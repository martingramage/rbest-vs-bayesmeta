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8" r:id="rId1"/>
  </p:sldMasterIdLst>
  <p:sldIdLst>
    <p:sldId id="256" r:id="rId2"/>
    <p:sldId id="257" r:id="rId3"/>
    <p:sldId id="275" r:id="rId4"/>
    <p:sldId id="276" r:id="rId5"/>
    <p:sldId id="258" r:id="rId6"/>
    <p:sldId id="272" r:id="rId7"/>
    <p:sldId id="274" r:id="rId8"/>
    <p:sldId id="279" r:id="rId9"/>
    <p:sldId id="259" r:id="rId10"/>
    <p:sldId id="277" r:id="rId11"/>
    <p:sldId id="278" r:id="rId12"/>
    <p:sldId id="268" r:id="rId13"/>
    <p:sldId id="291" r:id="rId14"/>
    <p:sldId id="273" r:id="rId15"/>
    <p:sldId id="282" r:id="rId16"/>
    <p:sldId id="280" r:id="rId17"/>
    <p:sldId id="281" r:id="rId18"/>
    <p:sldId id="265" r:id="rId19"/>
    <p:sldId id="266" r:id="rId20"/>
    <p:sldId id="267" r:id="rId21"/>
    <p:sldId id="284" r:id="rId22"/>
    <p:sldId id="286" r:id="rId23"/>
    <p:sldId id="269" r:id="rId24"/>
    <p:sldId id="270" r:id="rId25"/>
    <p:sldId id="287" r:id="rId26"/>
    <p:sldId id="288" r:id="rId27"/>
    <p:sldId id="290" r:id="rId28"/>
    <p:sldId id="289" r:id="rId29"/>
    <p:sldId id="293" r:id="rId30"/>
    <p:sldId id="292" r:id="rId31"/>
    <p:sldId id="262" r:id="rId32"/>
    <p:sldId id="263" r:id="rId33"/>
    <p:sldId id="264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0CCE2B-3859-4C85-B70B-89EB7386A836}" v="904" dt="2025-09-12T16:56:35.7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07" autoAdjust="0"/>
    <p:restoredTop sz="94404" autoAdjust="0"/>
  </p:normalViewPr>
  <p:slideViewPr>
    <p:cSldViewPr snapToGrid="0">
      <p:cViewPr>
        <p:scale>
          <a:sx n="66" d="100"/>
          <a:sy n="66" d="100"/>
        </p:scale>
        <p:origin x="-156" y="76"/>
      </p:cViewPr>
      <p:guideLst/>
    </p:cSldViewPr>
  </p:slideViewPr>
  <p:outlineViewPr>
    <p:cViewPr>
      <p:scale>
        <a:sx n="33" d="100"/>
        <a:sy n="33" d="100"/>
      </p:scale>
      <p:origin x="0" y="-55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7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mage_Casado,Martin (MED BDS) BIP-DE-B" userId="99069820-5ef7-45ab-a44b-3df4d3f37a80" providerId="ADAL" clId="{2E0CCE2B-3859-4C85-B70B-89EB7386A836}"/>
    <pc:docChg chg="undo redo custSel addSld delSld modSld sldOrd modMainMaster">
      <pc:chgData name="Gramage_Casado,Martin (MED BDS) BIP-DE-B" userId="99069820-5ef7-45ab-a44b-3df4d3f37a80" providerId="ADAL" clId="{2E0CCE2B-3859-4C85-B70B-89EB7386A836}" dt="2025-09-12T16:57:52.149" v="7100" actId="478"/>
      <pc:docMkLst>
        <pc:docMk/>
      </pc:docMkLst>
      <pc:sldChg chg="modSp mod modTransition">
        <pc:chgData name="Gramage_Casado,Martin (MED BDS) BIP-DE-B" userId="99069820-5ef7-45ab-a44b-3df4d3f37a80" providerId="ADAL" clId="{2E0CCE2B-3859-4C85-B70B-89EB7386A836}" dt="2025-09-10T13:37:40.609" v="6332"/>
        <pc:sldMkLst>
          <pc:docMk/>
          <pc:sldMk cId="3187386751" sldId="256"/>
        </pc:sldMkLst>
        <pc:spChg chg="mod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187386751" sldId="256"/>
            <ac:spMk id="2" creationId="{5E4E2163-DD57-8E2F-6E63-70E3C6C4D35F}"/>
          </ac:spMkLst>
        </pc:spChg>
        <pc:spChg chg="mod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187386751" sldId="256"/>
            <ac:spMk id="3" creationId="{F52EDA80-5BBE-756D-6279-40EBA8798013}"/>
          </ac:spMkLst>
        </pc:spChg>
      </pc:sldChg>
      <pc:sldChg chg="addSp delSp modSp mod modTransition setBg delAnim modAnim delDesignElem">
        <pc:chgData name="Gramage_Casado,Martin (MED BDS) BIP-DE-B" userId="99069820-5ef7-45ab-a44b-3df4d3f37a80" providerId="ADAL" clId="{2E0CCE2B-3859-4C85-B70B-89EB7386A836}" dt="2025-09-10T14:26:30.120" v="6548"/>
        <pc:sldMkLst>
          <pc:docMk/>
          <pc:sldMk cId="3050385819" sldId="257"/>
        </pc:sldMkLst>
        <pc:spChg chg="mod">
          <ac:chgData name="Gramage_Casado,Martin (MED BDS) BIP-DE-B" userId="99069820-5ef7-45ab-a44b-3df4d3f37a80" providerId="ADAL" clId="{2E0CCE2B-3859-4C85-B70B-89EB7386A836}" dt="2025-09-10T06:38:39.973" v="5219" actId="20577"/>
          <ac:spMkLst>
            <pc:docMk/>
            <pc:sldMk cId="3050385819" sldId="257"/>
            <ac:spMk id="3" creationId="{C0E94C8C-8E77-0602-B08C-943457D95FC1}"/>
          </ac:spMkLst>
        </pc:spChg>
        <pc:spChg chg="add mod">
          <ac:chgData name="Gramage_Casado,Martin (MED BDS) BIP-DE-B" userId="99069820-5ef7-45ab-a44b-3df4d3f37a80" providerId="ADAL" clId="{2E0CCE2B-3859-4C85-B70B-89EB7386A836}" dt="2025-09-02T06:15:47.027" v="1622" actId="255"/>
          <ac:spMkLst>
            <pc:docMk/>
            <pc:sldMk cId="3050385819" sldId="257"/>
            <ac:spMk id="4" creationId="{64FE7A49-F3C9-707F-CDB5-3AA6DEE1AB1A}"/>
          </ac:spMkLst>
        </pc:spChg>
        <pc:spChg chg="add mod">
          <ac:chgData name="Gramage_Casado,Martin (MED BDS) BIP-DE-B" userId="99069820-5ef7-45ab-a44b-3df4d3f37a80" providerId="ADAL" clId="{2E0CCE2B-3859-4C85-B70B-89EB7386A836}" dt="2025-09-10T12:55:40.450" v="6068" actId="14100"/>
          <ac:spMkLst>
            <pc:docMk/>
            <pc:sldMk cId="3050385819" sldId="257"/>
            <ac:spMk id="6" creationId="{BBF12092-E2CC-10AF-3F3C-C798059C3C77}"/>
          </ac:spMkLst>
        </pc:spChg>
        <pc:spChg chg="add mod">
          <ac:chgData name="Gramage_Casado,Martin (MED BDS) BIP-DE-B" userId="99069820-5ef7-45ab-a44b-3df4d3f37a80" providerId="ADAL" clId="{2E0CCE2B-3859-4C85-B70B-89EB7386A836}" dt="2025-09-02T12:15:12.529" v="4575" actId="14100"/>
          <ac:spMkLst>
            <pc:docMk/>
            <pc:sldMk cId="3050385819" sldId="257"/>
            <ac:spMk id="7" creationId="{F0776F2F-C1CA-442E-F287-BE74B9BF566A}"/>
          </ac:spMkLst>
        </pc:spChg>
        <pc:spChg chg="add mod">
          <ac:chgData name="Gramage_Casado,Martin (MED BDS) BIP-DE-B" userId="99069820-5ef7-45ab-a44b-3df4d3f37a80" providerId="ADAL" clId="{2E0CCE2B-3859-4C85-B70B-89EB7386A836}" dt="2025-09-02T06:12:21.120" v="1561" actId="14100"/>
          <ac:spMkLst>
            <pc:docMk/>
            <pc:sldMk cId="3050385819" sldId="257"/>
            <ac:spMk id="8" creationId="{86F52E20-115B-8B69-235E-21F73DF24C86}"/>
          </ac:spMkLst>
        </pc:spChg>
        <pc:spChg chg="add mod">
          <ac:chgData name="Gramage_Casado,Martin (MED BDS) BIP-DE-B" userId="99069820-5ef7-45ab-a44b-3df4d3f37a80" providerId="ADAL" clId="{2E0CCE2B-3859-4C85-B70B-89EB7386A836}" dt="2025-09-02T06:10:50.940" v="1545" actId="207"/>
          <ac:spMkLst>
            <pc:docMk/>
            <pc:sldMk cId="3050385819" sldId="257"/>
            <ac:spMk id="9" creationId="{83EAF821-41EA-09CC-781E-FE9399B0C62A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050385819" sldId="257"/>
            <ac:spMk id="10" creationId="{B4AAD3FD-83A5-4B89-9F8F-01B8870865BE}"/>
          </ac:spMkLst>
        </pc:spChg>
        <pc:spChg chg="add del">
          <ac:chgData name="Gramage_Casado,Martin (MED BDS) BIP-DE-B" userId="99069820-5ef7-45ab-a44b-3df4d3f37a80" providerId="ADAL" clId="{2E0CCE2B-3859-4C85-B70B-89EB7386A836}" dt="2025-09-10T12:48:41.474" v="5981" actId="478"/>
          <ac:spMkLst>
            <pc:docMk/>
            <pc:sldMk cId="3050385819" sldId="257"/>
            <ac:spMk id="11" creationId="{C6AD3DE4-0BC6-0FC2-5803-D83B4C7EFC09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050385819" sldId="257"/>
            <ac:spMk id="12" creationId="{61752F1D-FC0F-4103-9584-630E643CCDA6}"/>
          </ac:spMkLst>
        </pc:spChg>
        <pc:spChg chg="add mod">
          <ac:chgData name="Gramage_Casado,Martin (MED BDS) BIP-DE-B" userId="99069820-5ef7-45ab-a44b-3df4d3f37a80" providerId="ADAL" clId="{2E0CCE2B-3859-4C85-B70B-89EB7386A836}" dt="2025-09-10T13:16:42.014" v="6170" actId="14100"/>
          <ac:spMkLst>
            <pc:docMk/>
            <pc:sldMk cId="3050385819" sldId="257"/>
            <ac:spMk id="13" creationId="{B3DED3D1-BB38-4A06-15D3-F35862179125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050385819" sldId="257"/>
            <ac:spMk id="14" creationId="{70151CB7-E7DE-4917-B831-01DF9CE01306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12:52:19.984" v="6056" actId="21"/>
          <ac:spMkLst>
            <pc:docMk/>
            <pc:sldMk cId="3050385819" sldId="257"/>
            <ac:spMk id="15" creationId="{84484E3D-100C-BEC2-AD41-635731887D7A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050385819" sldId="257"/>
            <ac:spMk id="16" creationId="{A92A1116-1C84-41DF-B803-1F7B0883EC82}"/>
          </ac:spMkLst>
        </pc:spChg>
        <pc:spChg chg="add mod">
          <ac:chgData name="Gramage_Casado,Martin (MED BDS) BIP-DE-B" userId="99069820-5ef7-45ab-a44b-3df4d3f37a80" providerId="ADAL" clId="{2E0CCE2B-3859-4C85-B70B-89EB7386A836}" dt="2025-09-02T11:55:23.449" v="4331" actId="255"/>
          <ac:spMkLst>
            <pc:docMk/>
            <pc:sldMk cId="3050385819" sldId="257"/>
            <ac:spMk id="17" creationId="{CBF20436-FCCA-A89C-B7E0-CA14258D2A87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12:51:48.737" v="6052" actId="21"/>
          <ac:spMkLst>
            <pc:docMk/>
            <pc:sldMk cId="3050385819" sldId="257"/>
            <ac:spMk id="18" creationId="{74494834-1324-D24D-B14D-797678422B69}"/>
          </ac:spMkLst>
        </pc:spChg>
        <pc:spChg chg="add del">
          <ac:chgData name="Gramage_Casado,Martin (MED BDS) BIP-DE-B" userId="99069820-5ef7-45ab-a44b-3df4d3f37a80" providerId="ADAL" clId="{2E0CCE2B-3859-4C85-B70B-89EB7386A836}" dt="2025-09-10T12:49:16.181" v="5983" actId="478"/>
          <ac:spMkLst>
            <pc:docMk/>
            <pc:sldMk cId="3050385819" sldId="257"/>
            <ac:spMk id="19" creationId="{E0B07FF4-5C2B-4AE4-7EAF-4C7C17228A39}"/>
          </ac:spMkLst>
        </pc:spChg>
        <pc:spChg chg="add mod">
          <ac:chgData name="Gramage_Casado,Martin (MED BDS) BIP-DE-B" userId="99069820-5ef7-45ab-a44b-3df4d3f37a80" providerId="ADAL" clId="{2E0CCE2B-3859-4C85-B70B-89EB7386A836}" dt="2025-09-10T13:18:36.505" v="6179" actId="206"/>
          <ac:spMkLst>
            <pc:docMk/>
            <pc:sldMk cId="3050385819" sldId="257"/>
            <ac:spMk id="20" creationId="{1637F9D0-18CC-CC0C-9B61-2D908F25C0DC}"/>
          </ac:spMkLst>
        </pc:spChg>
        <pc:spChg chg="add mod">
          <ac:chgData name="Gramage_Casado,Martin (MED BDS) BIP-DE-B" userId="99069820-5ef7-45ab-a44b-3df4d3f37a80" providerId="ADAL" clId="{2E0CCE2B-3859-4C85-B70B-89EB7386A836}" dt="2025-09-10T13:19:23.866" v="6183" actId="1076"/>
          <ac:spMkLst>
            <pc:docMk/>
            <pc:sldMk cId="3050385819" sldId="257"/>
            <ac:spMk id="21" creationId="{74494834-1324-D24D-B14D-797678422B69}"/>
          </ac:spMkLst>
        </pc:spChg>
        <pc:spChg chg="add mod">
          <ac:chgData name="Gramage_Casado,Martin (MED BDS) BIP-DE-B" userId="99069820-5ef7-45ab-a44b-3df4d3f37a80" providerId="ADAL" clId="{2E0CCE2B-3859-4C85-B70B-89EB7386A836}" dt="2025-09-10T12:55:53.367" v="6069" actId="14100"/>
          <ac:spMkLst>
            <pc:docMk/>
            <pc:sldMk cId="3050385819" sldId="257"/>
            <ac:spMk id="22" creationId="{84484E3D-100C-BEC2-AD41-635731887D7A}"/>
          </ac:spMkLst>
        </pc:spChg>
        <pc:picChg chg="mod">
          <ac:chgData name="Gramage_Casado,Martin (MED BDS) BIP-DE-B" userId="99069820-5ef7-45ab-a44b-3df4d3f37a80" providerId="ADAL" clId="{2E0CCE2B-3859-4C85-B70B-89EB7386A836}" dt="2025-09-10T13:16:30.421" v="6169" actId="14100"/>
          <ac:picMkLst>
            <pc:docMk/>
            <pc:sldMk cId="3050385819" sldId="257"/>
            <ac:picMk id="5" creationId="{3D3069F9-BD45-316B-4E8E-D3828515B320}"/>
          </ac:picMkLst>
        </pc:picChg>
        <pc:picChg chg="add del mod">
          <ac:chgData name="Gramage_Casado,Martin (MED BDS) BIP-DE-B" userId="99069820-5ef7-45ab-a44b-3df4d3f37a80" providerId="ADAL" clId="{2E0CCE2B-3859-4C85-B70B-89EB7386A836}" dt="2025-09-02T06:01:58.587" v="1375" actId="478"/>
          <ac:picMkLst>
            <pc:docMk/>
            <pc:sldMk cId="3050385819" sldId="257"/>
            <ac:picMk id="11" creationId="{9D5C16E8-B851-44AC-4EEB-D5461A5BA2D5}"/>
          </ac:picMkLst>
        </pc:picChg>
      </pc:sldChg>
      <pc:sldChg chg="addSp delSp modSp mod modTransition setBg modAnim delDesignElem">
        <pc:chgData name="Gramage_Casado,Martin (MED BDS) BIP-DE-B" userId="99069820-5ef7-45ab-a44b-3df4d3f37a80" providerId="ADAL" clId="{2E0CCE2B-3859-4C85-B70B-89EB7386A836}" dt="2025-09-10T13:37:40.609" v="6332"/>
        <pc:sldMkLst>
          <pc:docMk/>
          <pc:sldMk cId="2364290698" sldId="258"/>
        </pc:sldMkLst>
        <pc:spChg chg="add del mod">
          <ac:chgData name="Gramage_Casado,Martin (MED BDS) BIP-DE-B" userId="99069820-5ef7-45ab-a44b-3df4d3f37a80" providerId="ADAL" clId="{2E0CCE2B-3859-4C85-B70B-89EB7386A836}" dt="2025-09-10T08:18:48.024" v="5337" actId="21"/>
          <ac:spMkLst>
            <pc:docMk/>
            <pc:sldMk cId="2364290698" sldId="258"/>
            <ac:spMk id="3" creationId="{697EB768-1732-3002-B0C9-34EA12701702}"/>
          </ac:spMkLst>
        </pc:spChg>
        <pc:spChg chg="del mod">
          <ac:chgData name="Gramage_Casado,Martin (MED BDS) BIP-DE-B" userId="99069820-5ef7-45ab-a44b-3df4d3f37a80" providerId="ADAL" clId="{2E0CCE2B-3859-4C85-B70B-89EB7386A836}" dt="2025-08-26T07:41:59.253" v="883" actId="478"/>
          <ac:spMkLst>
            <pc:docMk/>
            <pc:sldMk cId="2364290698" sldId="258"/>
            <ac:spMk id="3" creationId="{CF639051-7409-E8E6-302D-7F5C1526A958}"/>
          </ac:spMkLst>
        </pc:spChg>
        <pc:spChg chg="add del mod">
          <ac:chgData name="Gramage_Casado,Martin (MED BDS) BIP-DE-B" userId="99069820-5ef7-45ab-a44b-3df4d3f37a80" providerId="ADAL" clId="{2E0CCE2B-3859-4C85-B70B-89EB7386A836}" dt="2025-09-02T06:28:06.965" v="1883" actId="478"/>
          <ac:spMkLst>
            <pc:docMk/>
            <pc:sldMk cId="2364290698" sldId="258"/>
            <ac:spMk id="4" creationId="{B5B7B8C1-0ABB-A878-98A1-B003E75CB096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08:18:46.189" v="5335" actId="21"/>
          <ac:spMkLst>
            <pc:docMk/>
            <pc:sldMk cId="2364290698" sldId="258"/>
            <ac:spMk id="6" creationId="{30F4C882-DF7E-9651-6C40-CDB4079D5F8F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2364290698" sldId="258"/>
            <ac:spMk id="8" creationId="{052BEFF1-896C-45B1-B02C-96A6A1BC389A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08:18:44.111" v="5333" actId="21"/>
          <ac:spMkLst>
            <pc:docMk/>
            <pc:sldMk cId="2364290698" sldId="258"/>
            <ac:spMk id="9" creationId="{3A285FE3-2603-53B8-80AE-A15E8CE8FB8D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2364290698" sldId="258"/>
            <ac:spMk id="10" creationId="{BB237A14-61B1-4C00-A670-5D8D68A8668E}"/>
          </ac:spMkLst>
        </pc:spChg>
        <pc:spChg chg="add mod">
          <ac:chgData name="Gramage_Casado,Martin (MED BDS) BIP-DE-B" userId="99069820-5ef7-45ab-a44b-3df4d3f37a80" providerId="ADAL" clId="{2E0CCE2B-3859-4C85-B70B-89EB7386A836}" dt="2025-09-02T06:41:04.459" v="2103"/>
          <ac:spMkLst>
            <pc:docMk/>
            <pc:sldMk cId="2364290698" sldId="258"/>
            <ac:spMk id="11" creationId="{85D356BC-0E31-FC47-1B4F-46F439D66D37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2364290698" sldId="258"/>
            <ac:spMk id="12" creationId="{8598F259-6F54-47A3-8D13-1603D786A328}"/>
          </ac:spMkLst>
        </pc:spChg>
        <pc:spChg chg="add mod">
          <ac:chgData name="Gramage_Casado,Martin (MED BDS) BIP-DE-B" userId="99069820-5ef7-45ab-a44b-3df4d3f37a80" providerId="ADAL" clId="{2E0CCE2B-3859-4C85-B70B-89EB7386A836}" dt="2025-09-10T12:01:24.877" v="5844" actId="1076"/>
          <ac:spMkLst>
            <pc:docMk/>
            <pc:sldMk cId="2364290698" sldId="258"/>
            <ac:spMk id="13" creationId="{F3FA0BA9-0DD3-5C3A-892E-81CC1BD4134D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2364290698" sldId="258"/>
            <ac:spMk id="14" creationId="{0BA768A8-4FED-4ED8-9E46-6BE72188ECD2}"/>
          </ac:spMkLst>
        </pc:spChg>
        <pc:spChg chg="add del mod">
          <ac:chgData name="Gramage_Casado,Martin (MED BDS) BIP-DE-B" userId="99069820-5ef7-45ab-a44b-3df4d3f37a80" providerId="ADAL" clId="{2E0CCE2B-3859-4C85-B70B-89EB7386A836}" dt="2025-08-26T07:42:02.436" v="884" actId="478"/>
          <ac:spMkLst>
            <pc:docMk/>
            <pc:sldMk cId="2364290698" sldId="258"/>
            <ac:spMk id="15" creationId="{4E83D7D2-59A1-7320-9BC1-3D7E1CB4650C}"/>
          </ac:spMkLst>
        </pc:spChg>
        <pc:spChg chg="add mod">
          <ac:chgData name="Gramage_Casado,Martin (MED BDS) BIP-DE-B" userId="99069820-5ef7-45ab-a44b-3df4d3f37a80" providerId="ADAL" clId="{2E0CCE2B-3859-4C85-B70B-89EB7386A836}" dt="2025-09-10T13:02:09.317" v="6091" actId="20577"/>
          <ac:spMkLst>
            <pc:docMk/>
            <pc:sldMk cId="2364290698" sldId="258"/>
            <ac:spMk id="15" creationId="{727A055D-6639-95D4-AE47-D7B0085FB5A5}"/>
          </ac:spMkLst>
        </pc:spChg>
        <pc:spChg chg="add mod">
          <ac:chgData name="Gramage_Casado,Martin (MED BDS) BIP-DE-B" userId="99069820-5ef7-45ab-a44b-3df4d3f37a80" providerId="ADAL" clId="{2E0CCE2B-3859-4C85-B70B-89EB7386A836}" dt="2025-09-10T08:19:08.189" v="5342" actId="14100"/>
          <ac:spMkLst>
            <pc:docMk/>
            <pc:sldMk cId="2364290698" sldId="258"/>
            <ac:spMk id="16" creationId="{3A285FE3-2603-53B8-80AE-A15E8CE8FB8D}"/>
          </ac:spMkLst>
        </pc:spChg>
        <pc:spChg chg="add mod">
          <ac:chgData name="Gramage_Casado,Martin (MED BDS) BIP-DE-B" userId="99069820-5ef7-45ab-a44b-3df4d3f37a80" providerId="ADAL" clId="{2E0CCE2B-3859-4C85-B70B-89EB7386A836}" dt="2025-09-10T08:19:18.650" v="5344" actId="14100"/>
          <ac:spMkLst>
            <pc:docMk/>
            <pc:sldMk cId="2364290698" sldId="258"/>
            <ac:spMk id="17" creationId="{30F4C882-DF7E-9651-6C40-CDB4079D5F8F}"/>
          </ac:spMkLst>
        </pc:spChg>
        <pc:spChg chg="add mod">
          <ac:chgData name="Gramage_Casado,Martin (MED BDS) BIP-DE-B" userId="99069820-5ef7-45ab-a44b-3df4d3f37a80" providerId="ADAL" clId="{2E0CCE2B-3859-4C85-B70B-89EB7386A836}" dt="2025-09-10T08:19:27.682" v="5346" actId="14100"/>
          <ac:spMkLst>
            <pc:docMk/>
            <pc:sldMk cId="2364290698" sldId="258"/>
            <ac:spMk id="18" creationId="{697EB768-1732-3002-B0C9-34EA12701702}"/>
          </ac:spMkLst>
        </pc:spChg>
        <pc:picChg chg="add mod">
          <ac:chgData name="Gramage_Casado,Martin (MED BDS) BIP-DE-B" userId="99069820-5ef7-45ab-a44b-3df4d3f37a80" providerId="ADAL" clId="{2E0CCE2B-3859-4C85-B70B-89EB7386A836}" dt="2025-09-02T08:08:28.449" v="3261" actId="13822"/>
          <ac:picMkLst>
            <pc:docMk/>
            <pc:sldMk cId="2364290698" sldId="258"/>
            <ac:picMk id="5" creationId="{67B5764C-6D38-B739-E22B-F26E08006AA1}"/>
          </ac:picMkLst>
        </pc:picChg>
        <pc:picChg chg="add del mod">
          <ac:chgData name="Gramage_Casado,Martin (MED BDS) BIP-DE-B" userId="99069820-5ef7-45ab-a44b-3df4d3f37a80" providerId="ADAL" clId="{2E0CCE2B-3859-4C85-B70B-89EB7386A836}" dt="2025-09-10T08:18:39.605" v="5331" actId="478"/>
          <ac:picMkLst>
            <pc:docMk/>
            <pc:sldMk cId="2364290698" sldId="258"/>
            <ac:picMk id="7" creationId="{736FD8F7-C9B4-B7E1-C3FC-002B1B134472}"/>
          </ac:picMkLst>
        </pc:picChg>
        <pc:picChg chg="add mod">
          <ac:chgData name="Gramage_Casado,Martin (MED BDS) BIP-DE-B" userId="99069820-5ef7-45ab-a44b-3df4d3f37a80" providerId="ADAL" clId="{2E0CCE2B-3859-4C85-B70B-89EB7386A836}" dt="2025-09-10T08:22:16.003" v="5351" actId="13822"/>
          <ac:picMkLst>
            <pc:docMk/>
            <pc:sldMk cId="2364290698" sldId="258"/>
            <ac:picMk id="11" creationId="{8E7D795E-E8E8-1A6D-D48C-DD2414BF998A}"/>
          </ac:picMkLst>
        </pc:picChg>
        <pc:picChg chg="add del mod">
          <ac:chgData name="Gramage_Casado,Martin (MED BDS) BIP-DE-B" userId="99069820-5ef7-45ab-a44b-3df4d3f37a80" providerId="ADAL" clId="{2E0CCE2B-3859-4C85-B70B-89EB7386A836}" dt="2025-08-26T07:44:26.560" v="905" actId="21"/>
          <ac:picMkLst>
            <pc:docMk/>
            <pc:sldMk cId="2364290698" sldId="258"/>
            <ac:picMk id="11" creationId="{9D5C16E8-B851-44AC-4EEB-D5461A5BA2D5}"/>
          </ac:picMkLst>
        </pc:picChg>
      </pc:sldChg>
      <pc:sldChg chg="addSp delSp modSp mod modTransition setBg modAnim setClrOvrMap delDesignElem">
        <pc:chgData name="Gramage_Casado,Martin (MED BDS) BIP-DE-B" userId="99069820-5ef7-45ab-a44b-3df4d3f37a80" providerId="ADAL" clId="{2E0CCE2B-3859-4C85-B70B-89EB7386A836}" dt="2025-09-10T13:37:40.609" v="6332"/>
        <pc:sldMkLst>
          <pc:docMk/>
          <pc:sldMk cId="3751266492" sldId="259"/>
        </pc:sldMkLst>
        <pc:spChg chg="mod">
          <ac:chgData name="Gramage_Casado,Martin (MED BDS) BIP-DE-B" userId="99069820-5ef7-45ab-a44b-3df4d3f37a80" providerId="ADAL" clId="{2E0CCE2B-3859-4C85-B70B-89EB7386A836}" dt="2025-08-26T06:47:33.650" v="19" actId="26606"/>
          <ac:spMkLst>
            <pc:docMk/>
            <pc:sldMk cId="3751266492" sldId="259"/>
            <ac:spMk id="2" creationId="{79520281-6141-B5DE-4364-587C167EBF71}"/>
          </ac:spMkLst>
        </pc:spChg>
        <pc:spChg chg="del mod">
          <ac:chgData name="Gramage_Casado,Martin (MED BDS) BIP-DE-B" userId="99069820-5ef7-45ab-a44b-3df4d3f37a80" providerId="ADAL" clId="{2E0CCE2B-3859-4C85-B70B-89EB7386A836}" dt="2025-09-02T07:29:23.039" v="2690" actId="478"/>
          <ac:spMkLst>
            <pc:docMk/>
            <pc:sldMk cId="3751266492" sldId="259"/>
            <ac:spMk id="3" creationId="{B548D86C-48AA-BCB5-AF8D-17FA1C7E0C7F}"/>
          </ac:spMkLst>
        </pc:spChg>
        <pc:spChg chg="add mod">
          <ac:chgData name="Gramage_Casado,Martin (MED BDS) BIP-DE-B" userId="99069820-5ef7-45ab-a44b-3df4d3f37a80" providerId="ADAL" clId="{2E0CCE2B-3859-4C85-B70B-89EB7386A836}" dt="2025-09-10T11:48:27.303" v="5784" actId="1076"/>
          <ac:spMkLst>
            <pc:docMk/>
            <pc:sldMk cId="3751266492" sldId="259"/>
            <ac:spMk id="4" creationId="{3305FA84-1CA7-0EE0-209A-0B0BB05BD195}"/>
          </ac:spMkLst>
        </pc:spChg>
        <pc:spChg chg="add del mod">
          <ac:chgData name="Gramage_Casado,Martin (MED BDS) BIP-DE-B" userId="99069820-5ef7-45ab-a44b-3df4d3f37a80" providerId="ADAL" clId="{2E0CCE2B-3859-4C85-B70B-89EB7386A836}" dt="2025-09-02T06:27:20.299" v="1872" actId="478"/>
          <ac:spMkLst>
            <pc:docMk/>
            <pc:sldMk cId="3751266492" sldId="259"/>
            <ac:spMk id="6" creationId="{35674203-41F6-8771-F150-7C007C7099D0}"/>
          </ac:spMkLst>
        </pc:spChg>
        <pc:spChg chg="add mod">
          <ac:chgData name="Gramage_Casado,Martin (MED BDS) BIP-DE-B" userId="99069820-5ef7-45ab-a44b-3df4d3f37a80" providerId="ADAL" clId="{2E0CCE2B-3859-4C85-B70B-89EB7386A836}" dt="2025-09-10T11:48:14.731" v="5782" actId="1076"/>
          <ac:spMkLst>
            <pc:docMk/>
            <pc:sldMk cId="3751266492" sldId="259"/>
            <ac:spMk id="7" creationId="{8CAA5148-0AD3-15D6-E33E-50C634F645B1}"/>
          </ac:spMkLst>
        </pc:spChg>
        <pc:spChg chg="add del">
          <ac:chgData name="Gramage_Casado,Martin (MED BDS) BIP-DE-B" userId="99069820-5ef7-45ab-a44b-3df4d3f37a80" providerId="ADAL" clId="{2E0CCE2B-3859-4C85-B70B-89EB7386A836}" dt="2025-08-26T06:47:33.650" v="19" actId="26606"/>
          <ac:spMkLst>
            <pc:docMk/>
            <pc:sldMk cId="3751266492" sldId="259"/>
            <ac:spMk id="8" creationId="{0D9B8FD4-CDEB-4EB4-B4DE-C89E11938958}"/>
          </ac:spMkLst>
        </pc:spChg>
        <pc:spChg chg="add mod">
          <ac:chgData name="Gramage_Casado,Martin (MED BDS) BIP-DE-B" userId="99069820-5ef7-45ab-a44b-3df4d3f37a80" providerId="ADAL" clId="{2E0CCE2B-3859-4C85-B70B-89EB7386A836}" dt="2025-09-10T11:48:18.375" v="5783" actId="1076"/>
          <ac:spMkLst>
            <pc:docMk/>
            <pc:sldMk cId="3751266492" sldId="259"/>
            <ac:spMk id="8" creationId="{6C037993-4F72-2DE6-F227-BAB1DA069360}"/>
          </ac:spMkLst>
        </pc:spChg>
        <pc:spChg chg="del">
          <ac:chgData name="Gramage_Casado,Martin (MED BDS) BIP-DE-B" userId="99069820-5ef7-45ab-a44b-3df4d3f37a80" providerId="ADAL" clId="{2E0CCE2B-3859-4C85-B70B-89EB7386A836}" dt="2025-08-26T06:46:57.637" v="16" actId="478"/>
          <ac:spMkLst>
            <pc:docMk/>
            <pc:sldMk cId="3751266492" sldId="259"/>
            <ac:spMk id="9" creationId="{BFC57322-E4F1-0E31-71C2-0E7E47D211FD}"/>
          </ac:spMkLst>
        </pc:spChg>
        <pc:spChg chg="add mod">
          <ac:chgData name="Gramage_Casado,Martin (MED BDS) BIP-DE-B" userId="99069820-5ef7-45ab-a44b-3df4d3f37a80" providerId="ADAL" clId="{2E0CCE2B-3859-4C85-B70B-89EB7386A836}" dt="2025-09-10T11:48:07.238" v="5781" actId="1076"/>
          <ac:spMkLst>
            <pc:docMk/>
            <pc:sldMk cId="3751266492" sldId="259"/>
            <ac:spMk id="9" creationId="{F8BABFC8-C867-77D6-CDC4-5AE05E057224}"/>
          </ac:spMkLst>
        </pc:spChg>
        <pc:spChg chg="add del">
          <ac:chgData name="Gramage_Casado,Martin (MED BDS) BIP-DE-B" userId="99069820-5ef7-45ab-a44b-3df4d3f37a80" providerId="ADAL" clId="{2E0CCE2B-3859-4C85-B70B-89EB7386A836}" dt="2025-08-26T06:47:33.650" v="19" actId="26606"/>
          <ac:spMkLst>
            <pc:docMk/>
            <pc:sldMk cId="3751266492" sldId="259"/>
            <ac:spMk id="10" creationId="{5A2E3D1D-9E9F-4739-BA14-D4D7FA9FBDD1}"/>
          </ac:spMkLst>
        </pc:spChg>
        <pc:spChg chg="add mod">
          <ac:chgData name="Gramage_Casado,Martin (MED BDS) BIP-DE-B" userId="99069820-5ef7-45ab-a44b-3df4d3f37a80" providerId="ADAL" clId="{2E0CCE2B-3859-4C85-B70B-89EB7386A836}" dt="2025-09-10T11:48:43.374" v="5785" actId="1076"/>
          <ac:spMkLst>
            <pc:docMk/>
            <pc:sldMk cId="3751266492" sldId="259"/>
            <ac:spMk id="10" creationId="{65E4D4A2-3032-221E-5DA2-C2BA7F06FB2D}"/>
          </ac:spMkLst>
        </pc:spChg>
        <pc:spChg chg="del">
          <ac:chgData name="Gramage_Casado,Martin (MED BDS) BIP-DE-B" userId="99069820-5ef7-45ab-a44b-3df4d3f37a80" providerId="ADAL" clId="{2E0CCE2B-3859-4C85-B70B-89EB7386A836}" dt="2025-08-26T06:46:55.015" v="15" actId="21"/>
          <ac:spMkLst>
            <pc:docMk/>
            <pc:sldMk cId="3751266492" sldId="259"/>
            <ac:spMk id="11" creationId="{13A5DF24-7FED-9067-30A0-FBF1FEFFD5B4}"/>
          </ac:spMkLst>
        </pc:spChg>
        <pc:spChg chg="add del mod">
          <ac:chgData name="Gramage_Casado,Martin (MED BDS) BIP-DE-B" userId="99069820-5ef7-45ab-a44b-3df4d3f37a80" providerId="ADAL" clId="{2E0CCE2B-3859-4C85-B70B-89EB7386A836}" dt="2025-09-02T07:15:06.329" v="2515" actId="478"/>
          <ac:spMkLst>
            <pc:docMk/>
            <pc:sldMk cId="3751266492" sldId="259"/>
            <ac:spMk id="11" creationId="{A01B2604-0759-B525-AFB6-23BAE86E8EC2}"/>
          </ac:spMkLst>
        </pc:spChg>
        <pc:spChg chg="add del">
          <ac:chgData name="Gramage_Casado,Martin (MED BDS) BIP-DE-B" userId="99069820-5ef7-45ab-a44b-3df4d3f37a80" providerId="ADAL" clId="{2E0CCE2B-3859-4C85-B70B-89EB7386A836}" dt="2025-08-26T06:47:33.650" v="19" actId="26606"/>
          <ac:spMkLst>
            <pc:docMk/>
            <pc:sldMk cId="3751266492" sldId="259"/>
            <ac:spMk id="12" creationId="{1FFB365B-E9DC-4859-B8AB-CB83EEBE4E28}"/>
          </ac:spMkLst>
        </pc:spChg>
        <pc:spChg chg="add mod">
          <ac:chgData name="Gramage_Casado,Martin (MED BDS) BIP-DE-B" userId="99069820-5ef7-45ab-a44b-3df4d3f37a80" providerId="ADAL" clId="{2E0CCE2B-3859-4C85-B70B-89EB7386A836}" dt="2025-09-02T07:15:06.958" v="2516"/>
          <ac:spMkLst>
            <pc:docMk/>
            <pc:sldMk cId="3751266492" sldId="259"/>
            <ac:spMk id="12" creationId="{54677950-5C62-6164-E691-4D1B37C6E0A2}"/>
          </ac:spMkLst>
        </pc:spChg>
        <pc:spChg chg="add del mod">
          <ac:chgData name="Gramage_Casado,Martin (MED BDS) BIP-DE-B" userId="99069820-5ef7-45ab-a44b-3df4d3f37a80" providerId="ADAL" clId="{2E0CCE2B-3859-4C85-B70B-89EB7386A836}" dt="2025-08-26T06:50:45.945" v="98" actId="478"/>
          <ac:spMkLst>
            <pc:docMk/>
            <pc:sldMk cId="3751266492" sldId="259"/>
            <ac:spMk id="13" creationId="{8C6CBECA-C2C5-BC63-683C-9EAC23B99104}"/>
          </ac:spMkLst>
        </pc:spChg>
        <pc:spChg chg="add del">
          <ac:chgData name="Gramage_Casado,Martin (MED BDS) BIP-DE-B" userId="99069820-5ef7-45ab-a44b-3df4d3f37a80" providerId="ADAL" clId="{2E0CCE2B-3859-4C85-B70B-89EB7386A836}" dt="2025-08-26T06:47:33.650" v="19" actId="26606"/>
          <ac:spMkLst>
            <pc:docMk/>
            <pc:sldMk cId="3751266492" sldId="259"/>
            <ac:spMk id="14" creationId="{8ADAB9C8-EB37-4914-A699-C716FC8FE4FE}"/>
          </ac:spMkLst>
        </pc:spChg>
        <pc:spChg chg="add del mod">
          <ac:chgData name="Gramage_Casado,Martin (MED BDS) BIP-DE-B" userId="99069820-5ef7-45ab-a44b-3df4d3f37a80" providerId="ADAL" clId="{2E0CCE2B-3859-4C85-B70B-89EB7386A836}" dt="2025-09-02T07:29:26.433" v="2692" actId="478"/>
          <ac:spMkLst>
            <pc:docMk/>
            <pc:sldMk cId="3751266492" sldId="259"/>
            <ac:spMk id="14" creationId="{925BAAF7-2848-7951-A91B-DBCCE30A32AA}"/>
          </ac:spMkLst>
        </pc:spChg>
        <pc:spChg chg="add del mod">
          <ac:chgData name="Gramage_Casado,Martin (MED BDS) BIP-DE-B" userId="99069820-5ef7-45ab-a44b-3df4d3f37a80" providerId="ADAL" clId="{2E0CCE2B-3859-4C85-B70B-89EB7386A836}" dt="2025-09-02T07:30:04.837" v="2711" actId="478"/>
          <ac:spMkLst>
            <pc:docMk/>
            <pc:sldMk cId="3751266492" sldId="259"/>
            <ac:spMk id="15" creationId="{48776F8A-927E-33DB-A4C6-84134D294425}"/>
          </ac:spMkLst>
        </pc:spChg>
        <pc:spChg chg="add mod">
          <ac:chgData name="Gramage_Casado,Martin (MED BDS) BIP-DE-B" userId="99069820-5ef7-45ab-a44b-3df4d3f37a80" providerId="ADAL" clId="{2E0CCE2B-3859-4C85-B70B-89EB7386A836}" dt="2025-08-26T06:50:09.355" v="34"/>
          <ac:spMkLst>
            <pc:docMk/>
            <pc:sldMk cId="3751266492" sldId="259"/>
            <ac:spMk id="15" creationId="{AE30AA7F-0E4A-7A5B-BEB7-9791B4CF3E29}"/>
          </ac:spMkLst>
        </pc:spChg>
        <pc:spChg chg="add del">
          <ac:chgData name="Gramage_Casado,Martin (MED BDS) BIP-DE-B" userId="99069820-5ef7-45ab-a44b-3df4d3f37a80" providerId="ADAL" clId="{2E0CCE2B-3859-4C85-B70B-89EB7386A836}" dt="2025-08-26T06:48:01.054" v="20" actId="26606"/>
          <ac:spMkLst>
            <pc:docMk/>
            <pc:sldMk cId="3751266492" sldId="259"/>
            <ac:spMk id="16" creationId="{052BEFF1-896C-45B1-B02C-96A6A1BC389A}"/>
          </ac:spMkLst>
        </pc:spChg>
        <pc:spChg chg="add mod">
          <ac:chgData name="Gramage_Casado,Martin (MED BDS) BIP-DE-B" userId="99069820-5ef7-45ab-a44b-3df4d3f37a80" providerId="ADAL" clId="{2E0CCE2B-3859-4C85-B70B-89EB7386A836}" dt="2025-09-10T13:01:45.960" v="6087" actId="20577"/>
          <ac:spMkLst>
            <pc:docMk/>
            <pc:sldMk cId="3751266492" sldId="259"/>
            <ac:spMk id="16" creationId="{8F466005-DF89-AA7D-833A-3C16183944E4}"/>
          </ac:spMkLst>
        </pc:spChg>
        <pc:spChg chg="add del">
          <ac:chgData name="Gramage_Casado,Martin (MED BDS) BIP-DE-B" userId="99069820-5ef7-45ab-a44b-3df4d3f37a80" providerId="ADAL" clId="{2E0CCE2B-3859-4C85-B70B-89EB7386A836}" dt="2025-08-26T06:48:01.054" v="20" actId="26606"/>
          <ac:spMkLst>
            <pc:docMk/>
            <pc:sldMk cId="3751266492" sldId="259"/>
            <ac:spMk id="17" creationId="{BB237A14-61B1-4C00-A670-5D8D68A8668E}"/>
          </ac:spMkLst>
        </pc:spChg>
        <pc:spChg chg="add del">
          <ac:chgData name="Gramage_Casado,Martin (MED BDS) BIP-DE-B" userId="99069820-5ef7-45ab-a44b-3df4d3f37a80" providerId="ADAL" clId="{2E0CCE2B-3859-4C85-B70B-89EB7386A836}" dt="2025-08-26T06:48:01.054" v="20" actId="26606"/>
          <ac:spMkLst>
            <pc:docMk/>
            <pc:sldMk cId="3751266492" sldId="259"/>
            <ac:spMk id="18" creationId="{8598F259-6F54-47A3-8D13-1603D786A328}"/>
          </ac:spMkLst>
        </pc:spChg>
        <pc:spChg chg="add del">
          <ac:chgData name="Gramage_Casado,Martin (MED BDS) BIP-DE-B" userId="99069820-5ef7-45ab-a44b-3df4d3f37a80" providerId="ADAL" clId="{2E0CCE2B-3859-4C85-B70B-89EB7386A836}" dt="2025-08-26T06:47:23.134" v="18" actId="26606"/>
          <ac:spMkLst>
            <pc:docMk/>
            <pc:sldMk cId="3751266492" sldId="259"/>
            <ac:spMk id="19" creationId="{052BEFF1-896C-45B1-B02C-96A6A1BC389A}"/>
          </ac:spMkLst>
        </pc:spChg>
        <pc:spChg chg="add mod">
          <ac:chgData name="Gramage_Casado,Martin (MED BDS) BIP-DE-B" userId="99069820-5ef7-45ab-a44b-3df4d3f37a80" providerId="ADAL" clId="{2E0CCE2B-3859-4C85-B70B-89EB7386A836}" dt="2025-09-02T12:58:37.830" v="5132" actId="20577"/>
          <ac:spMkLst>
            <pc:docMk/>
            <pc:sldMk cId="3751266492" sldId="259"/>
            <ac:spMk id="19" creationId="{1BB091B0-60D1-9494-18C2-A7BE69286A79}"/>
          </ac:spMkLst>
        </pc:spChg>
        <pc:spChg chg="add del">
          <ac:chgData name="Gramage_Casado,Martin (MED BDS) BIP-DE-B" userId="99069820-5ef7-45ab-a44b-3df4d3f37a80" providerId="ADAL" clId="{2E0CCE2B-3859-4C85-B70B-89EB7386A836}" dt="2025-08-26T06:48:01.054" v="20" actId="26606"/>
          <ac:spMkLst>
            <pc:docMk/>
            <pc:sldMk cId="3751266492" sldId="259"/>
            <ac:spMk id="20" creationId="{0BA768A8-4FED-4ED8-9E46-6BE72188ECD2}"/>
          </ac:spMkLst>
        </pc:spChg>
        <pc:spChg chg="add del mod">
          <ac:chgData name="Gramage_Casado,Martin (MED BDS) BIP-DE-B" userId="99069820-5ef7-45ab-a44b-3df4d3f37a80" providerId="ADAL" clId="{2E0CCE2B-3859-4C85-B70B-89EB7386A836}" dt="2025-09-02T13:00:12.662" v="5150" actId="478"/>
          <ac:spMkLst>
            <pc:docMk/>
            <pc:sldMk cId="3751266492" sldId="259"/>
            <ac:spMk id="20" creationId="{9B835DCD-F51D-DBF8-D0AF-F8B19833FF0B}"/>
          </ac:spMkLst>
        </pc:spChg>
        <pc:spChg chg="add mod">
          <ac:chgData name="Gramage_Casado,Martin (MED BDS) BIP-DE-B" userId="99069820-5ef7-45ab-a44b-3df4d3f37a80" providerId="ADAL" clId="{2E0CCE2B-3859-4C85-B70B-89EB7386A836}" dt="2025-09-10T11:50:01.464" v="5805" actId="1076"/>
          <ac:spMkLst>
            <pc:docMk/>
            <pc:sldMk cId="3751266492" sldId="259"/>
            <ac:spMk id="21" creationId="{8C181504-1731-4F9D-610C-687252209730}"/>
          </ac:spMkLst>
        </pc:spChg>
        <pc:spChg chg="add del">
          <ac:chgData name="Gramage_Casado,Martin (MED BDS) BIP-DE-B" userId="99069820-5ef7-45ab-a44b-3df4d3f37a80" providerId="ADAL" clId="{2E0CCE2B-3859-4C85-B70B-89EB7386A836}" dt="2025-08-26T06:47:23.134" v="18" actId="26606"/>
          <ac:spMkLst>
            <pc:docMk/>
            <pc:sldMk cId="3751266492" sldId="259"/>
            <ac:spMk id="21" creationId="{BB237A14-61B1-4C00-A670-5D8D68A8668E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751266492" sldId="259"/>
            <ac:spMk id="22" creationId="{052BEFF1-896C-45B1-B02C-96A6A1BC389A}"/>
          </ac:spMkLst>
        </pc:spChg>
        <pc:spChg chg="add del">
          <ac:chgData name="Gramage_Casado,Martin (MED BDS) BIP-DE-B" userId="99069820-5ef7-45ab-a44b-3df4d3f37a80" providerId="ADAL" clId="{2E0CCE2B-3859-4C85-B70B-89EB7386A836}" dt="2025-08-26T06:47:23.134" v="18" actId="26606"/>
          <ac:spMkLst>
            <pc:docMk/>
            <pc:sldMk cId="3751266492" sldId="259"/>
            <ac:spMk id="23" creationId="{8598F259-6F54-47A3-8D13-1603D786A328}"/>
          </ac:spMkLst>
        </pc:spChg>
        <pc:spChg chg="add del">
          <ac:chgData name="Gramage_Casado,Martin (MED BDS) BIP-DE-B" userId="99069820-5ef7-45ab-a44b-3df4d3f37a80" providerId="ADAL" clId="{2E0CCE2B-3859-4C85-B70B-89EB7386A836}" dt="2025-08-26T06:47:23.134" v="18" actId="26606"/>
          <ac:spMkLst>
            <pc:docMk/>
            <pc:sldMk cId="3751266492" sldId="259"/>
            <ac:spMk id="25" creationId="{0BA768A8-4FED-4ED8-9E46-6BE72188ECD2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751266492" sldId="259"/>
            <ac:spMk id="27" creationId="{BB237A14-61B1-4C00-A670-5D8D68A8668E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751266492" sldId="259"/>
            <ac:spMk id="29" creationId="{8598F259-6F54-47A3-8D13-1603D786A328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751266492" sldId="259"/>
            <ac:spMk id="31" creationId="{0BA768A8-4FED-4ED8-9E46-6BE72188ECD2}"/>
          </ac:spMkLst>
        </pc:spChg>
        <pc:spChg chg="add del mod">
          <ac:chgData name="Gramage_Casado,Martin (MED BDS) BIP-DE-B" userId="99069820-5ef7-45ab-a44b-3df4d3f37a80" providerId="ADAL" clId="{2E0CCE2B-3859-4C85-B70B-89EB7386A836}" dt="2025-08-26T07:00:30.041" v="337" actId="478"/>
          <ac:spMkLst>
            <pc:docMk/>
            <pc:sldMk cId="3751266492" sldId="259"/>
            <ac:spMk id="35" creationId="{FB60F605-41A7-C7D8-6C05-4D5CCDBA9372}"/>
          </ac:spMkLst>
        </pc:spChg>
        <pc:spChg chg="add del mod">
          <ac:chgData name="Gramage_Casado,Martin (MED BDS) BIP-DE-B" userId="99069820-5ef7-45ab-a44b-3df4d3f37a80" providerId="ADAL" clId="{2E0CCE2B-3859-4C85-B70B-89EB7386A836}" dt="2025-09-02T06:27:42.775" v="1879" actId="478"/>
          <ac:spMkLst>
            <pc:docMk/>
            <pc:sldMk cId="3751266492" sldId="259"/>
            <ac:spMk id="36" creationId="{8A4C1399-2DEC-F03F-C22D-9CB925934AA0}"/>
          </ac:spMkLst>
        </pc:spChg>
        <pc:picChg chg="add mod">
          <ac:chgData name="Gramage_Casado,Martin (MED BDS) BIP-DE-B" userId="99069820-5ef7-45ab-a44b-3df4d3f37a80" providerId="ADAL" clId="{2E0CCE2B-3859-4C85-B70B-89EB7386A836}" dt="2025-09-10T11:47:55.750" v="5779" actId="1076"/>
          <ac:picMkLst>
            <pc:docMk/>
            <pc:sldMk cId="3751266492" sldId="259"/>
            <ac:picMk id="5" creationId="{88F92F50-839B-9BF3-C037-318F8FBC5576}"/>
          </ac:picMkLst>
        </pc:picChg>
        <pc:picChg chg="del mod modCrop">
          <ac:chgData name="Gramage_Casado,Martin (MED BDS) BIP-DE-B" userId="99069820-5ef7-45ab-a44b-3df4d3f37a80" providerId="ADAL" clId="{2E0CCE2B-3859-4C85-B70B-89EB7386A836}" dt="2025-08-26T06:46:48.122" v="14" actId="478"/>
          <ac:picMkLst>
            <pc:docMk/>
            <pc:sldMk cId="3751266492" sldId="259"/>
            <ac:picMk id="7" creationId="{0DD45A37-28B4-6102-263D-7BF5F5CD0B05}"/>
          </ac:picMkLst>
        </pc:picChg>
        <pc:picChg chg="add mod modCrop">
          <ac:chgData name="Gramage_Casado,Martin (MED BDS) BIP-DE-B" userId="99069820-5ef7-45ab-a44b-3df4d3f37a80" providerId="ADAL" clId="{2E0CCE2B-3859-4C85-B70B-89EB7386A836}" dt="2025-09-10T11:48:48.824" v="5786" actId="1076"/>
          <ac:picMkLst>
            <pc:docMk/>
            <pc:sldMk cId="3751266492" sldId="259"/>
            <ac:picMk id="18" creationId="{FD8D4DCB-B4DF-9C29-2CB1-8CF24E35E638}"/>
          </ac:picMkLst>
        </pc:picChg>
        <pc:picChg chg="add del mod">
          <ac:chgData name="Gramage_Casado,Martin (MED BDS) BIP-DE-B" userId="99069820-5ef7-45ab-a44b-3df4d3f37a80" providerId="ADAL" clId="{2E0CCE2B-3859-4C85-B70B-89EB7386A836}" dt="2025-09-02T06:27:16.401" v="1870" actId="478"/>
          <ac:picMkLst>
            <pc:docMk/>
            <pc:sldMk cId="3751266492" sldId="259"/>
            <ac:picMk id="26" creationId="{F40FE861-816A-A82D-28F9-2679470D63A9}"/>
          </ac:picMkLst>
        </pc:picChg>
        <pc:picChg chg="add del mod">
          <ac:chgData name="Gramage_Casado,Martin (MED BDS) BIP-DE-B" userId="99069820-5ef7-45ab-a44b-3df4d3f37a80" providerId="ADAL" clId="{2E0CCE2B-3859-4C85-B70B-89EB7386A836}" dt="2025-08-26T06:56:29.253" v="182" actId="478"/>
          <ac:picMkLst>
            <pc:docMk/>
            <pc:sldMk cId="3751266492" sldId="259"/>
            <ac:picMk id="30" creationId="{F5ABDA52-66A4-B297-6346-5192455DF3CA}"/>
          </ac:picMkLst>
        </pc:picChg>
        <pc:picChg chg="add del mod">
          <ac:chgData name="Gramage_Casado,Martin (MED BDS) BIP-DE-B" userId="99069820-5ef7-45ab-a44b-3df4d3f37a80" providerId="ADAL" clId="{2E0CCE2B-3859-4C85-B70B-89EB7386A836}" dt="2025-09-02T06:27:17.706" v="1871" actId="478"/>
          <ac:picMkLst>
            <pc:docMk/>
            <pc:sldMk cId="3751266492" sldId="259"/>
            <ac:picMk id="33" creationId="{00DE14D4-E18B-C66C-EA31-1ABE36B2D930}"/>
          </ac:picMkLst>
        </pc:picChg>
      </pc:sldChg>
      <pc:sldChg chg="addSp delSp modSp del mod setBg setClrOvrMap">
        <pc:chgData name="Gramage_Casado,Martin (MED BDS) BIP-DE-B" userId="99069820-5ef7-45ab-a44b-3df4d3f37a80" providerId="ADAL" clId="{2E0CCE2B-3859-4C85-B70B-89EB7386A836}" dt="2025-09-02T12:20:17.434" v="4740" actId="47"/>
        <pc:sldMkLst>
          <pc:docMk/>
          <pc:sldMk cId="3726345673" sldId="260"/>
        </pc:sldMkLst>
        <pc:spChg chg="mod">
          <ac:chgData name="Gramage_Casado,Martin (MED BDS) BIP-DE-B" userId="99069820-5ef7-45ab-a44b-3df4d3f37a80" providerId="ADAL" clId="{2E0CCE2B-3859-4C85-B70B-89EB7386A836}" dt="2025-08-26T07:10:15.623" v="542" actId="1076"/>
          <ac:spMkLst>
            <pc:docMk/>
            <pc:sldMk cId="3726345673" sldId="260"/>
            <ac:spMk id="2" creationId="{41E530ED-759E-2D0D-8A20-715DBB9B0422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5:36.516" v="387" actId="26606"/>
          <ac:spMkLst>
            <pc:docMk/>
            <pc:sldMk cId="3726345673" sldId="260"/>
            <ac:spMk id="12" creationId="{4AC0CD9D-7610-4620-93B4-798CCD9AB581}"/>
          </ac:spMkLst>
        </pc:spChg>
        <pc:spChg chg="add mod">
          <ac:chgData name="Gramage_Casado,Martin (MED BDS) BIP-DE-B" userId="99069820-5ef7-45ab-a44b-3df4d3f37a80" providerId="ADAL" clId="{2E0CCE2B-3859-4C85-B70B-89EB7386A836}" dt="2025-09-02T12:19:57.977" v="4739" actId="1076"/>
          <ac:spMkLst>
            <pc:docMk/>
            <pc:sldMk cId="3726345673" sldId="260"/>
            <ac:spMk id="13" creationId="{7F14C170-CBEB-0501-6F5F-076F0941F809}"/>
          </ac:spMkLst>
        </pc:spChg>
        <pc:spChg chg="add del mod">
          <ac:chgData name="Gramage_Casado,Martin (MED BDS) BIP-DE-B" userId="99069820-5ef7-45ab-a44b-3df4d3f37a80" providerId="ADAL" clId="{2E0CCE2B-3859-4C85-B70B-89EB7386A836}" dt="2025-09-02T12:18:57.251" v="4603" actId="478"/>
          <ac:spMkLst>
            <pc:docMk/>
            <pc:sldMk cId="3726345673" sldId="260"/>
            <ac:spMk id="15" creationId="{1145F95E-5F72-C1E4-DBDC-F0006430E3E2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5:36.516" v="387" actId="26606"/>
          <ac:spMkLst>
            <pc:docMk/>
            <pc:sldMk cId="3726345673" sldId="260"/>
            <ac:spMk id="18" creationId="{DE4D62F9-188E-4530-84C2-24BDEE4BEB82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5:36.516" v="387" actId="26606"/>
          <ac:spMkLst>
            <pc:docMk/>
            <pc:sldMk cId="3726345673" sldId="260"/>
            <ac:spMk id="20" creationId="{757B325C-3E35-45CF-9D07-3BCB281F3B9C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5:36.516" v="387" actId="26606"/>
          <ac:spMkLst>
            <pc:docMk/>
            <pc:sldMk cId="3726345673" sldId="260"/>
            <ac:spMk id="22" creationId="{C24BEC42-AFF3-40D1-93A2-A27A42E1E23C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5:36.516" v="387" actId="26606"/>
          <ac:spMkLst>
            <pc:docMk/>
            <pc:sldMk cId="3726345673" sldId="260"/>
            <ac:spMk id="24" creationId="{608F427C-1EC9-4280-9367-F2B3AA063E82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5:36.516" v="387" actId="26606"/>
          <ac:spMkLst>
            <pc:docMk/>
            <pc:sldMk cId="3726345673" sldId="260"/>
            <ac:spMk id="26" creationId="{F98810A7-E114-447A-A7D6-69B27CFB5650}"/>
          </ac:spMkLst>
        </pc:spChg>
        <pc:spChg chg="add">
          <ac:chgData name="Gramage_Casado,Martin (MED BDS) BIP-DE-B" userId="99069820-5ef7-45ab-a44b-3df4d3f37a80" providerId="ADAL" clId="{2E0CCE2B-3859-4C85-B70B-89EB7386A836}" dt="2025-08-26T07:05:36.532" v="388" actId="26606"/>
          <ac:spMkLst>
            <pc:docMk/>
            <pc:sldMk cId="3726345673" sldId="260"/>
            <ac:spMk id="30" creationId="{4AC0CD9D-7610-4620-93B4-798CCD9AB581}"/>
          </ac:spMkLst>
        </pc:spChg>
        <pc:spChg chg="add">
          <ac:chgData name="Gramage_Casado,Martin (MED BDS) BIP-DE-B" userId="99069820-5ef7-45ab-a44b-3df4d3f37a80" providerId="ADAL" clId="{2E0CCE2B-3859-4C85-B70B-89EB7386A836}" dt="2025-08-26T07:05:36.532" v="388" actId="26606"/>
          <ac:spMkLst>
            <pc:docMk/>
            <pc:sldMk cId="3726345673" sldId="260"/>
            <ac:spMk id="33" creationId="{DE4D62F9-188E-4530-84C2-24BDEE4BEB82}"/>
          </ac:spMkLst>
        </pc:spChg>
        <pc:spChg chg="add">
          <ac:chgData name="Gramage_Casado,Martin (MED BDS) BIP-DE-B" userId="99069820-5ef7-45ab-a44b-3df4d3f37a80" providerId="ADAL" clId="{2E0CCE2B-3859-4C85-B70B-89EB7386A836}" dt="2025-08-26T07:05:36.532" v="388" actId="26606"/>
          <ac:spMkLst>
            <pc:docMk/>
            <pc:sldMk cId="3726345673" sldId="260"/>
            <ac:spMk id="34" creationId="{7810E80F-9C89-42DA-AC6A-CA9F6C0FEE1D}"/>
          </ac:spMkLst>
        </pc:spChg>
        <pc:spChg chg="add">
          <ac:chgData name="Gramage_Casado,Martin (MED BDS) BIP-DE-B" userId="99069820-5ef7-45ab-a44b-3df4d3f37a80" providerId="ADAL" clId="{2E0CCE2B-3859-4C85-B70B-89EB7386A836}" dt="2025-08-26T07:05:36.532" v="388" actId="26606"/>
          <ac:spMkLst>
            <pc:docMk/>
            <pc:sldMk cId="3726345673" sldId="260"/>
            <ac:spMk id="35" creationId="{35955B09-6DFD-41EE-8794-648DBC50B39F}"/>
          </ac:spMkLst>
        </pc:spChg>
        <pc:spChg chg="add">
          <ac:chgData name="Gramage_Casado,Martin (MED BDS) BIP-DE-B" userId="99069820-5ef7-45ab-a44b-3df4d3f37a80" providerId="ADAL" clId="{2E0CCE2B-3859-4C85-B70B-89EB7386A836}" dt="2025-08-26T07:05:36.532" v="388" actId="26606"/>
          <ac:spMkLst>
            <pc:docMk/>
            <pc:sldMk cId="3726345673" sldId="260"/>
            <ac:spMk id="36" creationId="{EA1C8458-DBAA-4D00-98AC-E9890360D5F1}"/>
          </ac:spMkLst>
        </pc:spChg>
        <pc:spChg chg="add">
          <ac:chgData name="Gramage_Casado,Martin (MED BDS) BIP-DE-B" userId="99069820-5ef7-45ab-a44b-3df4d3f37a80" providerId="ADAL" clId="{2E0CCE2B-3859-4C85-B70B-89EB7386A836}" dt="2025-08-26T07:05:36.532" v="388" actId="26606"/>
          <ac:spMkLst>
            <pc:docMk/>
            <pc:sldMk cId="3726345673" sldId="260"/>
            <ac:spMk id="37" creationId="{A8D15A26-D50C-4BE5-8A59-321D90248097}"/>
          </ac:spMkLst>
        </pc:spChg>
        <pc:picChg chg="add del mod">
          <ac:chgData name="Gramage_Casado,Martin (MED BDS) BIP-DE-B" userId="99069820-5ef7-45ab-a44b-3df4d3f37a80" providerId="ADAL" clId="{2E0CCE2B-3859-4C85-B70B-89EB7386A836}" dt="2025-08-26T07:05:38.763" v="389" actId="478"/>
          <ac:picMkLst>
            <pc:docMk/>
            <pc:sldMk cId="3726345673" sldId="260"/>
            <ac:picMk id="3" creationId="{AA94E7A0-5EC2-7592-A824-86A16A8A3078}"/>
          </ac:picMkLst>
        </pc:picChg>
        <pc:picChg chg="del">
          <ac:chgData name="Gramage_Casado,Martin (MED BDS) BIP-DE-B" userId="99069820-5ef7-45ab-a44b-3df4d3f37a80" providerId="ADAL" clId="{2E0CCE2B-3859-4C85-B70B-89EB7386A836}" dt="2025-08-26T07:05:26.355" v="384" actId="478"/>
          <ac:picMkLst>
            <pc:docMk/>
            <pc:sldMk cId="3726345673" sldId="260"/>
            <ac:picMk id="5" creationId="{D5096ECE-29A5-5A85-ABB8-B782DF1DF89C}"/>
          </ac:picMkLst>
        </pc:picChg>
        <pc:picChg chg="add mod">
          <ac:chgData name="Gramage_Casado,Martin (MED BDS) BIP-DE-B" userId="99069820-5ef7-45ab-a44b-3df4d3f37a80" providerId="ADAL" clId="{2E0CCE2B-3859-4C85-B70B-89EB7386A836}" dt="2025-09-02T12:19:02.703" v="4606" actId="1076"/>
          <ac:picMkLst>
            <pc:docMk/>
            <pc:sldMk cId="3726345673" sldId="260"/>
            <ac:picMk id="6" creationId="{B188B3CB-06C5-8602-BB13-E2C7564E11CB}"/>
          </ac:picMkLst>
        </pc:picChg>
        <pc:picChg chg="del">
          <ac:chgData name="Gramage_Casado,Martin (MED BDS) BIP-DE-B" userId="99069820-5ef7-45ab-a44b-3df4d3f37a80" providerId="ADAL" clId="{2E0CCE2B-3859-4C85-B70B-89EB7386A836}" dt="2025-08-26T07:05:11.544" v="381" actId="478"/>
          <ac:picMkLst>
            <pc:docMk/>
            <pc:sldMk cId="3726345673" sldId="260"/>
            <ac:picMk id="7" creationId="{4180FAD7-7698-1D08-E659-C506F81FC071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5:36.516" v="387" actId="26606"/>
          <ac:picMkLst>
            <pc:docMk/>
            <pc:sldMk cId="3726345673" sldId="260"/>
            <ac:picMk id="8" creationId="{41B68C77-138E-4BF7-A276-BD0C78A4219F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5:36.516" v="387" actId="26606"/>
          <ac:picMkLst>
            <pc:docMk/>
            <pc:sldMk cId="3726345673" sldId="260"/>
            <ac:picMk id="10" creationId="{7C268552-D473-46ED-B1B8-422042C4DEF1}"/>
          </ac:picMkLst>
        </pc:picChg>
        <pc:picChg chg="add del mod">
          <ac:chgData name="Gramage_Casado,Martin (MED BDS) BIP-DE-B" userId="99069820-5ef7-45ab-a44b-3df4d3f37a80" providerId="ADAL" clId="{2E0CCE2B-3859-4C85-B70B-89EB7386A836}" dt="2025-09-02T12:18:54.278" v="4602" actId="478"/>
          <ac:picMkLst>
            <pc:docMk/>
            <pc:sldMk cId="3726345673" sldId="260"/>
            <ac:picMk id="11" creationId="{A16140B9-E2D2-E67B-1542-1464A796FFE9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5:36.516" v="387" actId="26606"/>
          <ac:picMkLst>
            <pc:docMk/>
            <pc:sldMk cId="3726345673" sldId="260"/>
            <ac:picMk id="14" creationId="{B9238B3E-24AA-439A-B527-6C5DF6D72145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5:36.516" v="387" actId="26606"/>
          <ac:picMkLst>
            <pc:docMk/>
            <pc:sldMk cId="3726345673" sldId="260"/>
            <ac:picMk id="16" creationId="{69F01145-BEA3-4CBF-AA21-10077B948CA8}"/>
          </ac:picMkLst>
        </pc:picChg>
        <pc:picChg chg="add">
          <ac:chgData name="Gramage_Casado,Martin (MED BDS) BIP-DE-B" userId="99069820-5ef7-45ab-a44b-3df4d3f37a80" providerId="ADAL" clId="{2E0CCE2B-3859-4C85-B70B-89EB7386A836}" dt="2025-08-26T07:05:36.532" v="388" actId="26606"/>
          <ac:picMkLst>
            <pc:docMk/>
            <pc:sldMk cId="3726345673" sldId="260"/>
            <ac:picMk id="28" creationId="{41B68C77-138E-4BF7-A276-BD0C78A4219F}"/>
          </ac:picMkLst>
        </pc:picChg>
        <pc:picChg chg="add">
          <ac:chgData name="Gramage_Casado,Martin (MED BDS) BIP-DE-B" userId="99069820-5ef7-45ab-a44b-3df4d3f37a80" providerId="ADAL" clId="{2E0CCE2B-3859-4C85-B70B-89EB7386A836}" dt="2025-08-26T07:05:36.532" v="388" actId="26606"/>
          <ac:picMkLst>
            <pc:docMk/>
            <pc:sldMk cId="3726345673" sldId="260"/>
            <ac:picMk id="29" creationId="{7C268552-D473-46ED-B1B8-422042C4DEF1}"/>
          </ac:picMkLst>
        </pc:picChg>
        <pc:picChg chg="add">
          <ac:chgData name="Gramage_Casado,Martin (MED BDS) BIP-DE-B" userId="99069820-5ef7-45ab-a44b-3df4d3f37a80" providerId="ADAL" clId="{2E0CCE2B-3859-4C85-B70B-89EB7386A836}" dt="2025-08-26T07:05:36.532" v="388" actId="26606"/>
          <ac:picMkLst>
            <pc:docMk/>
            <pc:sldMk cId="3726345673" sldId="260"/>
            <ac:picMk id="31" creationId="{B9238B3E-24AA-439A-B527-6C5DF6D72145}"/>
          </ac:picMkLst>
        </pc:picChg>
        <pc:picChg chg="add">
          <ac:chgData name="Gramage_Casado,Martin (MED BDS) BIP-DE-B" userId="99069820-5ef7-45ab-a44b-3df4d3f37a80" providerId="ADAL" clId="{2E0CCE2B-3859-4C85-B70B-89EB7386A836}" dt="2025-08-26T07:05:36.532" v="388" actId="26606"/>
          <ac:picMkLst>
            <pc:docMk/>
            <pc:sldMk cId="3726345673" sldId="260"/>
            <ac:picMk id="32" creationId="{69F01145-BEA3-4CBF-AA21-10077B948CA8}"/>
          </ac:picMkLst>
        </pc:picChg>
      </pc:sldChg>
      <pc:sldChg chg="addSp delSp modSp del mod ord modTransition setBg delDesignElem">
        <pc:chgData name="Gramage_Casado,Martin (MED BDS) BIP-DE-B" userId="99069820-5ef7-45ab-a44b-3df4d3f37a80" providerId="ADAL" clId="{2E0CCE2B-3859-4C85-B70B-89EB7386A836}" dt="2025-09-10T14:00:38.173" v="6418" actId="47"/>
        <pc:sldMkLst>
          <pc:docMk/>
          <pc:sldMk cId="213616526" sldId="261"/>
        </pc:sldMkLst>
        <pc:spChg chg="mod">
          <ac:chgData name="Gramage_Casado,Martin (MED BDS) BIP-DE-B" userId="99069820-5ef7-45ab-a44b-3df4d3f37a80" providerId="ADAL" clId="{2E0CCE2B-3859-4C85-B70B-89EB7386A836}" dt="2025-09-02T08:44:01.581" v="3808" actId="26606"/>
          <ac:spMkLst>
            <pc:docMk/>
            <pc:sldMk cId="213616526" sldId="261"/>
            <ac:spMk id="2" creationId="{DED49E22-F377-ABB4-AB20-5FEA21013CC8}"/>
          </ac:spMkLst>
        </pc:spChg>
        <pc:spChg chg="del">
          <ac:chgData name="Gramage_Casado,Martin (MED BDS) BIP-DE-B" userId="99069820-5ef7-45ab-a44b-3df4d3f37a80" providerId="ADAL" clId="{2E0CCE2B-3859-4C85-B70B-89EB7386A836}" dt="2025-08-26T07:54:12.514" v="935" actId="478"/>
          <ac:spMkLst>
            <pc:docMk/>
            <pc:sldMk cId="213616526" sldId="261"/>
            <ac:spMk id="3" creationId="{E904115F-0556-5BC7-D13F-3D589DCCFB89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55:21.667" v="937" actId="478"/>
          <ac:spMkLst>
            <pc:docMk/>
            <pc:sldMk cId="213616526" sldId="261"/>
            <ac:spMk id="4" creationId="{B1F3DA53-96FA-5B4D-FA74-1C3BA637505B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55:38.859" v="939" actId="478"/>
          <ac:spMkLst>
            <pc:docMk/>
            <pc:sldMk cId="213616526" sldId="261"/>
            <ac:spMk id="5" creationId="{FE0C5D6B-9806-E7A0-5122-0D6F9A39F405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55:55.381" v="941" actId="478"/>
          <ac:spMkLst>
            <pc:docMk/>
            <pc:sldMk cId="213616526" sldId="261"/>
            <ac:spMk id="6" creationId="{D25ED667-82F9-F7F0-57BE-3ECE331FEF71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213616526" sldId="261"/>
            <ac:spMk id="21" creationId="{5F07A6A6-E44B-411E-AA18-65E4811366A6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213616526" sldId="261"/>
            <ac:spMk id="27" creationId="{5D5A8E14-301B-40C0-A174-D2232EF95C0B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213616526" sldId="261"/>
            <ac:spMk id="29" creationId="{9219ABE2-5CAE-4E98-81F0-DAA47615224D}"/>
          </ac:spMkLst>
        </pc:spChg>
        <pc:picChg chg="add mod">
          <ac:chgData name="Gramage_Casado,Martin (MED BDS) BIP-DE-B" userId="99069820-5ef7-45ab-a44b-3df4d3f37a80" providerId="ADAL" clId="{2E0CCE2B-3859-4C85-B70B-89EB7386A836}" dt="2025-09-10T13:54:21.143" v="6412"/>
          <ac:picMkLst>
            <pc:docMk/>
            <pc:sldMk cId="213616526" sldId="261"/>
            <ac:picMk id="3" creationId="{4D15AC63-6FA3-A8AA-C740-E51546B6C41E}"/>
          </ac:picMkLst>
        </pc:picChg>
        <pc:picChg chg="add mod">
          <ac:chgData name="Gramage_Casado,Martin (MED BDS) BIP-DE-B" userId="99069820-5ef7-45ab-a44b-3df4d3f37a80" providerId="ADAL" clId="{2E0CCE2B-3859-4C85-B70B-89EB7386A836}" dt="2025-09-10T13:54:42.518" v="6413"/>
          <ac:picMkLst>
            <pc:docMk/>
            <pc:sldMk cId="213616526" sldId="261"/>
            <ac:picMk id="4" creationId="{C2352782-8112-9C4A-9B49-CA50B0C0F5CA}"/>
          </ac:picMkLst>
        </pc:picChg>
        <pc:picChg chg="add del mod ord">
          <ac:chgData name="Gramage_Casado,Martin (MED BDS) BIP-DE-B" userId="99069820-5ef7-45ab-a44b-3df4d3f37a80" providerId="ADAL" clId="{2E0CCE2B-3859-4C85-B70B-89EB7386A836}" dt="2025-09-10T13:54:06.952" v="6411" actId="478"/>
          <ac:picMkLst>
            <pc:docMk/>
            <pc:sldMk cId="213616526" sldId="261"/>
            <ac:picMk id="8" creationId="{35353CA1-A065-CA3A-42DB-A5D609535618}"/>
          </ac:picMkLst>
        </pc:picChg>
        <pc:picChg chg="add del mod ord">
          <ac:chgData name="Gramage_Casado,Martin (MED BDS) BIP-DE-B" userId="99069820-5ef7-45ab-a44b-3df4d3f37a80" providerId="ADAL" clId="{2E0CCE2B-3859-4C85-B70B-89EB7386A836}" dt="2025-09-10T13:54:05.350" v="6410" actId="478"/>
          <ac:picMkLst>
            <pc:docMk/>
            <pc:sldMk cId="213616526" sldId="261"/>
            <ac:picMk id="10" creationId="{454D268E-9951-0769-6BD5-7655AABC26B5}"/>
          </ac:picMkLst>
        </pc:picChg>
        <pc:picChg chg="add del mod">
          <ac:chgData name="Gramage_Casado,Martin (MED BDS) BIP-DE-B" userId="99069820-5ef7-45ab-a44b-3df4d3f37a80" providerId="ADAL" clId="{2E0CCE2B-3859-4C85-B70B-89EB7386A836}" dt="2025-09-10T13:54:03.309" v="6409" actId="478"/>
          <ac:picMkLst>
            <pc:docMk/>
            <pc:sldMk cId="213616526" sldId="261"/>
            <ac:picMk id="12" creationId="{F7D538C3-9C96-EAE1-A70F-8E167E65D082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213616526" sldId="261"/>
            <ac:picMk id="17" creationId="{0F7302AF-86B9-441B-8D24-AC382E2A43A7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213616526" sldId="261"/>
            <ac:picMk id="19" creationId="{99A2A6C2-D371-4C6B-B50F-CC71C6D01037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213616526" sldId="261"/>
            <ac:picMk id="23" creationId="{8CC3468F-5EED-42B0-8507-F30360E1D51E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213616526" sldId="261"/>
            <ac:picMk id="25" creationId="{591711EE-029D-453C-9AE9-E87829F1D3D3}"/>
          </ac:picMkLst>
        </pc:picChg>
      </pc:sldChg>
      <pc:sldChg chg="addSp delSp modSp mod setBg addAnim setClrOvrMap">
        <pc:chgData name="Gramage_Casado,Martin (MED BDS) BIP-DE-B" userId="99069820-5ef7-45ab-a44b-3df4d3f37a80" providerId="ADAL" clId="{2E0CCE2B-3859-4C85-B70B-89EB7386A836}" dt="2025-09-12T16:56:04.684" v="7089" actId="13822"/>
        <pc:sldMkLst>
          <pc:docMk/>
          <pc:sldMk cId="4222802462" sldId="262"/>
        </pc:sldMkLst>
        <pc:spChg chg="mod">
          <ac:chgData name="Gramage_Casado,Martin (MED BDS) BIP-DE-B" userId="99069820-5ef7-45ab-a44b-3df4d3f37a80" providerId="ADAL" clId="{2E0CCE2B-3859-4C85-B70B-89EB7386A836}" dt="2025-09-12T16:39:00.481" v="6782" actId="26606"/>
          <ac:spMkLst>
            <pc:docMk/>
            <pc:sldMk cId="4222802462" sldId="262"/>
            <ac:spMk id="2" creationId="{472EC013-5C05-F322-A30B-0C3D65AB7349}"/>
          </ac:spMkLst>
        </pc:spChg>
        <pc:spChg chg="del">
          <ac:chgData name="Gramage_Casado,Martin (MED BDS) BIP-DE-B" userId="99069820-5ef7-45ab-a44b-3df4d3f37a80" providerId="ADAL" clId="{2E0CCE2B-3859-4C85-B70B-89EB7386A836}" dt="2025-08-26T07:59:55.742" v="971" actId="478"/>
          <ac:spMkLst>
            <pc:docMk/>
            <pc:sldMk cId="4222802462" sldId="262"/>
            <ac:spMk id="3" creationId="{7164AC8A-5FC8-08B1-062B-63F1141E7F96}"/>
          </ac:spMkLst>
        </pc:spChg>
        <pc:spChg chg="add del">
          <ac:chgData name="Gramage_Casado,Martin (MED BDS) BIP-DE-B" userId="99069820-5ef7-45ab-a44b-3df4d3f37a80" providerId="ADAL" clId="{2E0CCE2B-3859-4C85-B70B-89EB7386A836}" dt="2025-09-12T16:39:00.387" v="6781" actId="26606"/>
          <ac:spMkLst>
            <pc:docMk/>
            <pc:sldMk cId="4222802462" sldId="262"/>
            <ac:spMk id="13" creationId="{4AC0CD9D-7610-4620-93B4-798CCD9AB581}"/>
          </ac:spMkLst>
        </pc:spChg>
        <pc:spChg chg="add mod">
          <ac:chgData name="Gramage_Casado,Martin (MED BDS) BIP-DE-B" userId="99069820-5ef7-45ab-a44b-3df4d3f37a80" providerId="ADAL" clId="{2E0CCE2B-3859-4C85-B70B-89EB7386A836}" dt="2025-09-12T16:52:06.238" v="6938" actId="207"/>
          <ac:spMkLst>
            <pc:docMk/>
            <pc:sldMk cId="4222802462" sldId="262"/>
            <ac:spMk id="14" creationId="{7A063462-4253-6FA9-6BEA-95A95F4DA569}"/>
          </ac:spMkLst>
        </pc:spChg>
        <pc:spChg chg="add mod">
          <ac:chgData name="Gramage_Casado,Martin (MED BDS) BIP-DE-B" userId="99069820-5ef7-45ab-a44b-3df4d3f37a80" providerId="ADAL" clId="{2E0CCE2B-3859-4C85-B70B-89EB7386A836}" dt="2025-09-12T16:50:27.640" v="6839"/>
          <ac:spMkLst>
            <pc:docMk/>
            <pc:sldMk cId="4222802462" sldId="262"/>
            <ac:spMk id="16" creationId="{D57227C7-F581-D007-9549-ED86DF5D662E}"/>
          </ac:spMkLst>
        </pc:spChg>
        <pc:spChg chg="add mod">
          <ac:chgData name="Gramage_Casado,Martin (MED BDS) BIP-DE-B" userId="99069820-5ef7-45ab-a44b-3df4d3f37a80" providerId="ADAL" clId="{2E0CCE2B-3859-4C85-B70B-89EB7386A836}" dt="2025-09-12T16:51:24.263" v="6911" actId="1076"/>
          <ac:spMkLst>
            <pc:docMk/>
            <pc:sldMk cId="4222802462" sldId="262"/>
            <ac:spMk id="18" creationId="{06FDCBE2-333B-920A-B51B-6B0E05C711EF}"/>
          </ac:spMkLst>
        </pc:spChg>
        <pc:spChg chg="add del">
          <ac:chgData name="Gramage_Casado,Martin (MED BDS) BIP-DE-B" userId="99069820-5ef7-45ab-a44b-3df4d3f37a80" providerId="ADAL" clId="{2E0CCE2B-3859-4C85-B70B-89EB7386A836}" dt="2025-09-12T16:39:00.387" v="6781" actId="26606"/>
          <ac:spMkLst>
            <pc:docMk/>
            <pc:sldMk cId="4222802462" sldId="262"/>
            <ac:spMk id="19" creationId="{DE4D62F9-188E-4530-84C2-24BDEE4BEB82}"/>
          </ac:spMkLst>
        </pc:spChg>
        <pc:spChg chg="add mod">
          <ac:chgData name="Gramage_Casado,Martin (MED BDS) BIP-DE-B" userId="99069820-5ef7-45ab-a44b-3df4d3f37a80" providerId="ADAL" clId="{2E0CCE2B-3859-4C85-B70B-89EB7386A836}" dt="2025-09-12T16:52:19.289" v="6954" actId="692"/>
          <ac:spMkLst>
            <pc:docMk/>
            <pc:sldMk cId="4222802462" sldId="262"/>
            <ac:spMk id="20" creationId="{FF5A4D05-2A75-7C66-FFD0-885BEB6544D0}"/>
          </ac:spMkLst>
        </pc:spChg>
        <pc:spChg chg="add del">
          <ac:chgData name="Gramage_Casado,Martin (MED BDS) BIP-DE-B" userId="99069820-5ef7-45ab-a44b-3df4d3f37a80" providerId="ADAL" clId="{2E0CCE2B-3859-4C85-B70B-89EB7386A836}" dt="2025-09-12T16:39:00.387" v="6781" actId="26606"/>
          <ac:spMkLst>
            <pc:docMk/>
            <pc:sldMk cId="4222802462" sldId="262"/>
            <ac:spMk id="21" creationId="{757B325C-3E35-45CF-9D07-3BCB281F3B9C}"/>
          </ac:spMkLst>
        </pc:spChg>
        <pc:spChg chg="add mod">
          <ac:chgData name="Gramage_Casado,Martin (MED BDS) BIP-DE-B" userId="99069820-5ef7-45ab-a44b-3df4d3f37a80" providerId="ADAL" clId="{2E0CCE2B-3859-4C85-B70B-89EB7386A836}" dt="2025-09-12T16:53:09.667" v="6961" actId="1076"/>
          <ac:spMkLst>
            <pc:docMk/>
            <pc:sldMk cId="4222802462" sldId="262"/>
            <ac:spMk id="22" creationId="{5A7D98C9-DC20-0700-87EC-66DCCEE40EA2}"/>
          </ac:spMkLst>
        </pc:spChg>
        <pc:spChg chg="add del">
          <ac:chgData name="Gramage_Casado,Martin (MED BDS) BIP-DE-B" userId="99069820-5ef7-45ab-a44b-3df4d3f37a80" providerId="ADAL" clId="{2E0CCE2B-3859-4C85-B70B-89EB7386A836}" dt="2025-09-12T16:39:00.387" v="6781" actId="26606"/>
          <ac:spMkLst>
            <pc:docMk/>
            <pc:sldMk cId="4222802462" sldId="262"/>
            <ac:spMk id="23" creationId="{C24BEC42-AFF3-40D1-93A2-A27A42E1E23C}"/>
          </ac:spMkLst>
        </pc:spChg>
        <pc:spChg chg="add mod">
          <ac:chgData name="Gramage_Casado,Martin (MED BDS) BIP-DE-B" userId="99069820-5ef7-45ab-a44b-3df4d3f37a80" providerId="ADAL" clId="{2E0CCE2B-3859-4C85-B70B-89EB7386A836}" dt="2025-09-12T16:53:45.325" v="7068" actId="207"/>
          <ac:spMkLst>
            <pc:docMk/>
            <pc:sldMk cId="4222802462" sldId="262"/>
            <ac:spMk id="24" creationId="{B6041BDD-DC67-C217-E2DC-414CBC6976BB}"/>
          </ac:spMkLst>
        </pc:spChg>
        <pc:spChg chg="add del">
          <ac:chgData name="Gramage_Casado,Martin (MED BDS) BIP-DE-B" userId="99069820-5ef7-45ab-a44b-3df4d3f37a80" providerId="ADAL" clId="{2E0CCE2B-3859-4C85-B70B-89EB7386A836}" dt="2025-09-12T16:39:00.387" v="6781" actId="26606"/>
          <ac:spMkLst>
            <pc:docMk/>
            <pc:sldMk cId="4222802462" sldId="262"/>
            <ac:spMk id="25" creationId="{608F427C-1EC9-4280-9367-F2B3AA063E82}"/>
          </ac:spMkLst>
        </pc:spChg>
        <pc:spChg chg="add del">
          <ac:chgData name="Gramage_Casado,Martin (MED BDS) BIP-DE-B" userId="99069820-5ef7-45ab-a44b-3df4d3f37a80" providerId="ADAL" clId="{2E0CCE2B-3859-4C85-B70B-89EB7386A836}" dt="2025-09-12T16:39:00.387" v="6781" actId="26606"/>
          <ac:spMkLst>
            <pc:docMk/>
            <pc:sldMk cId="4222802462" sldId="262"/>
            <ac:spMk id="27" creationId="{F98810A7-E114-447A-A7D6-69B27CFB5650}"/>
          </ac:spMkLst>
        </pc:spChg>
        <pc:spChg chg="add">
          <ac:chgData name="Gramage_Casado,Martin (MED BDS) BIP-DE-B" userId="99069820-5ef7-45ab-a44b-3df4d3f37a80" providerId="ADAL" clId="{2E0CCE2B-3859-4C85-B70B-89EB7386A836}" dt="2025-09-12T16:39:00.481" v="6782" actId="26606"/>
          <ac:spMkLst>
            <pc:docMk/>
            <pc:sldMk cId="4222802462" sldId="262"/>
            <ac:spMk id="31" creationId="{989BE678-777B-482A-A616-FEDC47B162E5}"/>
          </ac:spMkLst>
        </pc:spChg>
        <pc:spChg chg="add">
          <ac:chgData name="Gramage_Casado,Martin (MED BDS) BIP-DE-B" userId="99069820-5ef7-45ab-a44b-3df4d3f37a80" providerId="ADAL" clId="{2E0CCE2B-3859-4C85-B70B-89EB7386A836}" dt="2025-09-12T16:39:00.481" v="6782" actId="26606"/>
          <ac:spMkLst>
            <pc:docMk/>
            <pc:sldMk cId="4222802462" sldId="262"/>
            <ac:spMk id="34" creationId="{D28BE0C3-2102-4820-B88B-A448B1840D14}"/>
          </ac:spMkLst>
        </pc:spChg>
        <pc:picChg chg="add del mod modCrop">
          <ac:chgData name="Gramage_Casado,Martin (MED BDS) BIP-DE-B" userId="99069820-5ef7-45ab-a44b-3df4d3f37a80" providerId="ADAL" clId="{2E0CCE2B-3859-4C85-B70B-89EB7386A836}" dt="2025-09-12T16:49:47.356" v="6826" actId="478"/>
          <ac:picMkLst>
            <pc:docMk/>
            <pc:sldMk cId="4222802462" sldId="262"/>
            <ac:picMk id="4" creationId="{35480E21-BB4B-0DBC-835D-DD135FCC3D1B}"/>
          </ac:picMkLst>
        </pc:picChg>
        <pc:picChg chg="add del mod">
          <ac:chgData name="Gramage_Casado,Martin (MED BDS) BIP-DE-B" userId="99069820-5ef7-45ab-a44b-3df4d3f37a80" providerId="ADAL" clId="{2E0CCE2B-3859-4C85-B70B-89EB7386A836}" dt="2025-09-12T16:49:48.760" v="6827" actId="478"/>
          <ac:picMkLst>
            <pc:docMk/>
            <pc:sldMk cId="4222802462" sldId="262"/>
            <ac:picMk id="6" creationId="{618AD86A-71B0-8343-A163-326B68CCF02A}"/>
          </ac:picMkLst>
        </pc:picChg>
        <pc:picChg chg="add del mod">
          <ac:chgData name="Gramage_Casado,Martin (MED BDS) BIP-DE-B" userId="99069820-5ef7-45ab-a44b-3df4d3f37a80" providerId="ADAL" clId="{2E0CCE2B-3859-4C85-B70B-89EB7386A836}" dt="2025-09-12T16:49:49.960" v="6828" actId="478"/>
          <ac:picMkLst>
            <pc:docMk/>
            <pc:sldMk cId="4222802462" sldId="262"/>
            <ac:picMk id="8" creationId="{4CC147CD-1767-5EDA-B442-063EEEA6CDA1}"/>
          </ac:picMkLst>
        </pc:picChg>
        <pc:picChg chg="add del">
          <ac:chgData name="Gramage_Casado,Martin (MED BDS) BIP-DE-B" userId="99069820-5ef7-45ab-a44b-3df4d3f37a80" providerId="ADAL" clId="{2E0CCE2B-3859-4C85-B70B-89EB7386A836}" dt="2025-09-12T16:39:00.387" v="6781" actId="26606"/>
          <ac:picMkLst>
            <pc:docMk/>
            <pc:sldMk cId="4222802462" sldId="262"/>
            <ac:picMk id="9" creationId="{41B68C77-138E-4BF7-A276-BD0C78A4219F}"/>
          </ac:picMkLst>
        </pc:picChg>
        <pc:picChg chg="add del">
          <ac:chgData name="Gramage_Casado,Martin (MED BDS) BIP-DE-B" userId="99069820-5ef7-45ab-a44b-3df4d3f37a80" providerId="ADAL" clId="{2E0CCE2B-3859-4C85-B70B-89EB7386A836}" dt="2025-09-12T16:39:00.387" v="6781" actId="26606"/>
          <ac:picMkLst>
            <pc:docMk/>
            <pc:sldMk cId="4222802462" sldId="262"/>
            <ac:picMk id="11" creationId="{7C268552-D473-46ED-B1B8-422042C4DEF1}"/>
          </ac:picMkLst>
        </pc:picChg>
        <pc:picChg chg="add mod">
          <ac:chgData name="Gramage_Casado,Martin (MED BDS) BIP-DE-B" userId="99069820-5ef7-45ab-a44b-3df4d3f37a80" providerId="ADAL" clId="{2E0CCE2B-3859-4C85-B70B-89EB7386A836}" dt="2025-09-12T16:56:04.684" v="7089" actId="13822"/>
          <ac:picMkLst>
            <pc:docMk/>
            <pc:sldMk cId="4222802462" sldId="262"/>
            <ac:picMk id="12" creationId="{00778661-A1FD-EB24-2E0D-AAB2E08D3232}"/>
          </ac:picMkLst>
        </pc:picChg>
        <pc:picChg chg="add del">
          <ac:chgData name="Gramage_Casado,Martin (MED BDS) BIP-DE-B" userId="99069820-5ef7-45ab-a44b-3df4d3f37a80" providerId="ADAL" clId="{2E0CCE2B-3859-4C85-B70B-89EB7386A836}" dt="2025-09-12T16:39:00.387" v="6781" actId="26606"/>
          <ac:picMkLst>
            <pc:docMk/>
            <pc:sldMk cId="4222802462" sldId="262"/>
            <ac:picMk id="15" creationId="{B9238B3E-24AA-439A-B527-6C5DF6D72145}"/>
          </ac:picMkLst>
        </pc:picChg>
        <pc:picChg chg="add del">
          <ac:chgData name="Gramage_Casado,Martin (MED BDS) BIP-DE-B" userId="99069820-5ef7-45ab-a44b-3df4d3f37a80" providerId="ADAL" clId="{2E0CCE2B-3859-4C85-B70B-89EB7386A836}" dt="2025-09-12T16:39:00.387" v="6781" actId="26606"/>
          <ac:picMkLst>
            <pc:docMk/>
            <pc:sldMk cId="4222802462" sldId="262"/>
            <ac:picMk id="17" creationId="{69F01145-BEA3-4CBF-AA21-10077B948CA8}"/>
          </ac:picMkLst>
        </pc:picChg>
        <pc:picChg chg="add">
          <ac:chgData name="Gramage_Casado,Martin (MED BDS) BIP-DE-B" userId="99069820-5ef7-45ab-a44b-3df4d3f37a80" providerId="ADAL" clId="{2E0CCE2B-3859-4C85-B70B-89EB7386A836}" dt="2025-09-12T16:39:00.481" v="6782" actId="26606"/>
          <ac:picMkLst>
            <pc:docMk/>
            <pc:sldMk cId="4222802462" sldId="262"/>
            <ac:picMk id="29" creationId="{DF19BAF3-7E20-4B9D-B544-BABAEEA1FA75}"/>
          </ac:picMkLst>
        </pc:picChg>
        <pc:picChg chg="add">
          <ac:chgData name="Gramage_Casado,Martin (MED BDS) BIP-DE-B" userId="99069820-5ef7-45ab-a44b-3df4d3f37a80" providerId="ADAL" clId="{2E0CCE2B-3859-4C85-B70B-89EB7386A836}" dt="2025-09-12T16:39:00.481" v="6782" actId="26606"/>
          <ac:picMkLst>
            <pc:docMk/>
            <pc:sldMk cId="4222802462" sldId="262"/>
            <ac:picMk id="30" creationId="{950648F4-ABCD-4DF0-8641-76CFB2354721}"/>
          </ac:picMkLst>
        </pc:picChg>
        <pc:picChg chg="add">
          <ac:chgData name="Gramage_Casado,Martin (MED BDS) BIP-DE-B" userId="99069820-5ef7-45ab-a44b-3df4d3f37a80" providerId="ADAL" clId="{2E0CCE2B-3859-4C85-B70B-89EB7386A836}" dt="2025-09-12T16:39:00.481" v="6782" actId="26606"/>
          <ac:picMkLst>
            <pc:docMk/>
            <pc:sldMk cId="4222802462" sldId="262"/>
            <ac:picMk id="32" creationId="{CF1EB4BD-9C7E-4AA3-9681-C7EB0DA6250B}"/>
          </ac:picMkLst>
        </pc:picChg>
        <pc:picChg chg="add">
          <ac:chgData name="Gramage_Casado,Martin (MED BDS) BIP-DE-B" userId="99069820-5ef7-45ab-a44b-3df4d3f37a80" providerId="ADAL" clId="{2E0CCE2B-3859-4C85-B70B-89EB7386A836}" dt="2025-09-12T16:39:00.481" v="6782" actId="26606"/>
          <ac:picMkLst>
            <pc:docMk/>
            <pc:sldMk cId="4222802462" sldId="262"/>
            <ac:picMk id="33" creationId="{94AAE3AA-3759-4D28-B0EF-575F25A5146C}"/>
          </ac:picMkLst>
        </pc:picChg>
      </pc:sldChg>
      <pc:sldChg chg="addSp delSp modSp mod setBg setClrOvrMap delDesignElem">
        <pc:chgData name="Gramage_Casado,Martin (MED BDS) BIP-DE-B" userId="99069820-5ef7-45ab-a44b-3df4d3f37a80" providerId="ADAL" clId="{2E0CCE2B-3859-4C85-B70B-89EB7386A836}" dt="2025-09-10T13:37:40.609" v="6332"/>
        <pc:sldMkLst>
          <pc:docMk/>
          <pc:sldMk cId="1447638272" sldId="263"/>
        </pc:sldMkLst>
        <pc:spChg chg="mod">
          <ac:chgData name="Gramage_Casado,Martin (MED BDS) BIP-DE-B" userId="99069820-5ef7-45ab-a44b-3df4d3f37a80" providerId="ADAL" clId="{2E0CCE2B-3859-4C85-B70B-89EB7386A836}" dt="2025-08-26T08:03:41.517" v="984" actId="26606"/>
          <ac:spMkLst>
            <pc:docMk/>
            <pc:sldMk cId="1447638272" sldId="263"/>
            <ac:spMk id="2" creationId="{E03A0F68-50CE-1A32-04DE-9D485E5A0899}"/>
          </ac:spMkLst>
        </pc:spChg>
        <pc:spChg chg="del">
          <ac:chgData name="Gramage_Casado,Martin (MED BDS) BIP-DE-B" userId="99069820-5ef7-45ab-a44b-3df4d3f37a80" providerId="ADAL" clId="{2E0CCE2B-3859-4C85-B70B-89EB7386A836}" dt="2025-08-26T08:03:31.388" v="982" actId="478"/>
          <ac:spMkLst>
            <pc:docMk/>
            <pc:sldMk cId="1447638272" sldId="263"/>
            <ac:spMk id="3" creationId="{D7C2B7B7-D006-70E0-11C7-EE72A90299B8}"/>
          </ac:spMkLst>
        </pc:spChg>
        <pc:spChg chg="add mod">
          <ac:chgData name="Gramage_Casado,Martin (MED BDS) BIP-DE-B" userId="99069820-5ef7-45ab-a44b-3df4d3f37a80" providerId="ADAL" clId="{2E0CCE2B-3859-4C85-B70B-89EB7386A836}" dt="2025-08-26T08:03:41.517" v="984" actId="26606"/>
          <ac:spMkLst>
            <pc:docMk/>
            <pc:sldMk cId="1447638272" sldId="263"/>
            <ac:spMk id="5" creationId="{3823F384-0854-1C73-0106-D8C376D78154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447638272" sldId="263"/>
            <ac:spMk id="10" creationId="{74CD14DB-BB81-479F-A1FC-1C75640E9F84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447638272" sldId="263"/>
            <ac:spMk id="12" creationId="{C943A91B-7CA7-4592-A975-73B1BF8C4C74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447638272" sldId="263"/>
            <ac:spMk id="14" creationId="{EC471314-E46A-414B-8D91-74880E84F187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447638272" sldId="263"/>
            <ac:spMk id="16" creationId="{6A681326-1C9D-44A3-A627-3871BDAE4127}"/>
          </ac:spMkLst>
        </pc:spChg>
      </pc:sldChg>
      <pc:sldChg chg="modSp">
        <pc:chgData name="Gramage_Casado,Martin (MED BDS) BIP-DE-B" userId="99069820-5ef7-45ab-a44b-3df4d3f37a80" providerId="ADAL" clId="{2E0CCE2B-3859-4C85-B70B-89EB7386A836}" dt="2025-09-10T13:37:40.609" v="6332"/>
        <pc:sldMkLst>
          <pc:docMk/>
          <pc:sldMk cId="377496615" sldId="264"/>
        </pc:sldMkLst>
        <pc:spChg chg="mod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77496615" sldId="264"/>
            <ac:spMk id="2" creationId="{7BFE8BEC-D9ED-1A57-F5A6-BA9C2F6E7C8F}"/>
          </ac:spMkLst>
        </pc:spChg>
        <pc:spChg chg="mod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77496615" sldId="264"/>
            <ac:spMk id="3" creationId="{92F8DC9E-D34B-A865-BBCD-CBF9AA016BD7}"/>
          </ac:spMkLst>
        </pc:spChg>
      </pc:sldChg>
      <pc:sldChg chg="addSp delSp modSp mod modTransition setBg delDesignElem">
        <pc:chgData name="Gramage_Casado,Martin (MED BDS) BIP-DE-B" userId="99069820-5ef7-45ab-a44b-3df4d3f37a80" providerId="ADAL" clId="{2E0CCE2B-3859-4C85-B70B-89EB7386A836}" dt="2025-09-10T13:37:40.609" v="6332"/>
        <pc:sldMkLst>
          <pc:docMk/>
          <pc:sldMk cId="1248708381" sldId="265"/>
        </pc:sldMkLst>
        <pc:spChg chg="mod">
          <ac:chgData name="Gramage_Casado,Martin (MED BDS) BIP-DE-B" userId="99069820-5ef7-45ab-a44b-3df4d3f37a80" providerId="ADAL" clId="{2E0CCE2B-3859-4C85-B70B-89EB7386A836}" dt="2025-09-10T08:22:45.129" v="5355" actId="20577"/>
          <ac:spMkLst>
            <pc:docMk/>
            <pc:sldMk cId="1248708381" sldId="265"/>
            <ac:spMk id="2" creationId="{F5218716-D522-60F1-E1E8-BDAAC896B9A8}"/>
          </ac:spMkLst>
        </pc:spChg>
        <pc:spChg chg="del">
          <ac:chgData name="Gramage_Casado,Martin (MED BDS) BIP-DE-B" userId="99069820-5ef7-45ab-a44b-3df4d3f37a80" providerId="ADAL" clId="{2E0CCE2B-3859-4C85-B70B-89EB7386A836}" dt="2025-08-26T07:04:57.452" v="380" actId="26606"/>
          <ac:spMkLst>
            <pc:docMk/>
            <pc:sldMk cId="1248708381" sldId="265"/>
            <ac:spMk id="66" creationId="{4AC0CD9D-7610-4620-93B4-798CCD9AB581}"/>
          </ac:spMkLst>
        </pc:spChg>
        <pc:spChg chg="del">
          <ac:chgData name="Gramage_Casado,Martin (MED BDS) BIP-DE-B" userId="99069820-5ef7-45ab-a44b-3df4d3f37a80" providerId="ADAL" clId="{2E0CCE2B-3859-4C85-B70B-89EB7386A836}" dt="2025-08-26T07:04:57.452" v="380" actId="26606"/>
          <ac:spMkLst>
            <pc:docMk/>
            <pc:sldMk cId="1248708381" sldId="265"/>
            <ac:spMk id="72" creationId="{DE4D62F9-188E-4530-84C2-24BDEE4BEB82}"/>
          </ac:spMkLst>
        </pc:spChg>
        <pc:spChg chg="del">
          <ac:chgData name="Gramage_Casado,Martin (MED BDS) BIP-DE-B" userId="99069820-5ef7-45ab-a44b-3df4d3f37a80" providerId="ADAL" clId="{2E0CCE2B-3859-4C85-B70B-89EB7386A836}" dt="2025-08-26T07:04:57.452" v="380" actId="26606"/>
          <ac:spMkLst>
            <pc:docMk/>
            <pc:sldMk cId="1248708381" sldId="265"/>
            <ac:spMk id="74" creationId="{7810E80F-9C89-42DA-AC6A-CA9F6C0FEE1D}"/>
          </ac:spMkLst>
        </pc:spChg>
        <pc:spChg chg="del">
          <ac:chgData name="Gramage_Casado,Martin (MED BDS) BIP-DE-B" userId="99069820-5ef7-45ab-a44b-3df4d3f37a80" providerId="ADAL" clId="{2E0CCE2B-3859-4C85-B70B-89EB7386A836}" dt="2025-08-26T07:04:57.452" v="380" actId="26606"/>
          <ac:spMkLst>
            <pc:docMk/>
            <pc:sldMk cId="1248708381" sldId="265"/>
            <ac:spMk id="76" creationId="{35955B09-6DFD-41EE-8794-648DBC50B39F}"/>
          </ac:spMkLst>
        </pc:spChg>
        <pc:spChg chg="del">
          <ac:chgData name="Gramage_Casado,Martin (MED BDS) BIP-DE-B" userId="99069820-5ef7-45ab-a44b-3df4d3f37a80" providerId="ADAL" clId="{2E0CCE2B-3859-4C85-B70B-89EB7386A836}" dt="2025-08-26T07:04:57.452" v="380" actId="26606"/>
          <ac:spMkLst>
            <pc:docMk/>
            <pc:sldMk cId="1248708381" sldId="265"/>
            <ac:spMk id="78" creationId="{EA1C8458-DBAA-4D00-98AC-E9890360D5F1}"/>
          </ac:spMkLst>
        </pc:spChg>
        <pc:spChg chg="del">
          <ac:chgData name="Gramage_Casado,Martin (MED BDS) BIP-DE-B" userId="99069820-5ef7-45ab-a44b-3df4d3f37a80" providerId="ADAL" clId="{2E0CCE2B-3859-4C85-B70B-89EB7386A836}" dt="2025-08-26T07:04:57.452" v="380" actId="26606"/>
          <ac:spMkLst>
            <pc:docMk/>
            <pc:sldMk cId="1248708381" sldId="265"/>
            <ac:spMk id="80" creationId="{A8D15A26-D50C-4BE5-8A59-321D90248097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248708381" sldId="265"/>
            <ac:spMk id="89" creationId="{4AC0CD9D-7610-4620-93B4-798CCD9AB581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248708381" sldId="265"/>
            <ac:spMk id="95" creationId="{DE4D62F9-188E-4530-84C2-24BDEE4BEB82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248708381" sldId="265"/>
            <ac:spMk id="97" creationId="{757B325C-3E35-45CF-9D07-3BCB281F3B9C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248708381" sldId="265"/>
            <ac:spMk id="99" creationId="{C24BEC42-AFF3-40D1-93A2-A27A42E1E23C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248708381" sldId="265"/>
            <ac:spMk id="101" creationId="{608F427C-1EC9-4280-9367-F2B3AA063E82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248708381" sldId="265"/>
            <ac:spMk id="103" creationId="{F98810A7-E114-447A-A7D6-69B27CFB5650}"/>
          </ac:spMkLst>
        </pc:spChg>
        <pc:picChg chg="mod">
          <ac:chgData name="Gramage_Casado,Martin (MED BDS) BIP-DE-B" userId="99069820-5ef7-45ab-a44b-3df4d3f37a80" providerId="ADAL" clId="{2E0CCE2B-3859-4C85-B70B-89EB7386A836}" dt="2025-08-26T07:06:07.929" v="395" actId="1076"/>
          <ac:picMkLst>
            <pc:docMk/>
            <pc:sldMk cId="1248708381" sldId="265"/>
            <ac:picMk id="4" creationId="{2DFA1CDA-AFFE-5372-5BFC-DCE7602DC37E}"/>
          </ac:picMkLst>
        </pc:picChg>
        <pc:picChg chg="del">
          <ac:chgData name="Gramage_Casado,Martin (MED BDS) BIP-DE-B" userId="99069820-5ef7-45ab-a44b-3df4d3f37a80" providerId="ADAL" clId="{2E0CCE2B-3859-4C85-B70B-89EB7386A836}" dt="2025-08-26T07:04:57.452" v="380" actId="26606"/>
          <ac:picMkLst>
            <pc:docMk/>
            <pc:sldMk cId="1248708381" sldId="265"/>
            <ac:picMk id="62" creationId="{41B68C77-138E-4BF7-A276-BD0C78A4219F}"/>
          </ac:picMkLst>
        </pc:picChg>
        <pc:picChg chg="del">
          <ac:chgData name="Gramage_Casado,Martin (MED BDS) BIP-DE-B" userId="99069820-5ef7-45ab-a44b-3df4d3f37a80" providerId="ADAL" clId="{2E0CCE2B-3859-4C85-B70B-89EB7386A836}" dt="2025-08-26T07:04:57.452" v="380" actId="26606"/>
          <ac:picMkLst>
            <pc:docMk/>
            <pc:sldMk cId="1248708381" sldId="265"/>
            <ac:picMk id="64" creationId="{7C268552-D473-46ED-B1B8-422042C4DEF1}"/>
          </ac:picMkLst>
        </pc:picChg>
        <pc:picChg chg="del">
          <ac:chgData name="Gramage_Casado,Martin (MED BDS) BIP-DE-B" userId="99069820-5ef7-45ab-a44b-3df4d3f37a80" providerId="ADAL" clId="{2E0CCE2B-3859-4C85-B70B-89EB7386A836}" dt="2025-08-26T07:04:57.452" v="380" actId="26606"/>
          <ac:picMkLst>
            <pc:docMk/>
            <pc:sldMk cId="1248708381" sldId="265"/>
            <ac:picMk id="68" creationId="{B9238B3E-24AA-439A-B527-6C5DF6D72145}"/>
          </ac:picMkLst>
        </pc:picChg>
        <pc:picChg chg="del">
          <ac:chgData name="Gramage_Casado,Martin (MED BDS) BIP-DE-B" userId="99069820-5ef7-45ab-a44b-3df4d3f37a80" providerId="ADAL" clId="{2E0CCE2B-3859-4C85-B70B-89EB7386A836}" dt="2025-08-26T07:04:57.452" v="380" actId="26606"/>
          <ac:picMkLst>
            <pc:docMk/>
            <pc:sldMk cId="1248708381" sldId="265"/>
            <ac:picMk id="70" creationId="{69F01145-BEA3-4CBF-AA21-10077B948CA8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1248708381" sldId="265"/>
            <ac:picMk id="85" creationId="{41B68C77-138E-4BF7-A276-BD0C78A4219F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1248708381" sldId="265"/>
            <ac:picMk id="87" creationId="{7C268552-D473-46ED-B1B8-422042C4DEF1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1248708381" sldId="265"/>
            <ac:picMk id="91" creationId="{B9238B3E-24AA-439A-B527-6C5DF6D72145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1248708381" sldId="265"/>
            <ac:picMk id="93" creationId="{69F01145-BEA3-4CBF-AA21-10077B948CA8}"/>
          </ac:picMkLst>
        </pc:picChg>
      </pc:sldChg>
      <pc:sldChg chg="addSp delSp modSp mod modTransition setBg delDesignElem">
        <pc:chgData name="Gramage_Casado,Martin (MED BDS) BIP-DE-B" userId="99069820-5ef7-45ab-a44b-3df4d3f37a80" providerId="ADAL" clId="{2E0CCE2B-3859-4C85-B70B-89EB7386A836}" dt="2025-09-10T13:37:40.609" v="6332"/>
        <pc:sldMkLst>
          <pc:docMk/>
          <pc:sldMk cId="86077816" sldId="266"/>
        </pc:sldMkLst>
        <pc:spChg chg="mod ord">
          <ac:chgData name="Gramage_Casado,Martin (MED BDS) BIP-DE-B" userId="99069820-5ef7-45ab-a44b-3df4d3f37a80" providerId="ADAL" clId="{2E0CCE2B-3859-4C85-B70B-89EB7386A836}" dt="2025-08-26T07:03:23.905" v="359" actId="26606"/>
          <ac:spMkLst>
            <pc:docMk/>
            <pc:sldMk cId="86077816" sldId="266"/>
            <ac:spMk id="2" creationId="{B68D82F4-8705-DE36-CFE7-81DDC460A002}"/>
          </ac:spMkLst>
        </pc:spChg>
        <pc:spChg chg="add mod">
          <ac:chgData name="Gramage_Casado,Martin (MED BDS) BIP-DE-B" userId="99069820-5ef7-45ab-a44b-3df4d3f37a80" providerId="ADAL" clId="{2E0CCE2B-3859-4C85-B70B-89EB7386A836}" dt="2025-09-02T07:23:29.953" v="2588" actId="692"/>
          <ac:spMkLst>
            <pc:docMk/>
            <pc:sldMk cId="86077816" sldId="266"/>
            <ac:spMk id="10" creationId="{4FB5C718-07DB-4E9D-82EB-0401CCF5A215}"/>
          </ac:spMkLst>
        </pc:spChg>
        <pc:spChg chg="add mod">
          <ac:chgData name="Gramage_Casado,Martin (MED BDS) BIP-DE-B" userId="99069820-5ef7-45ab-a44b-3df4d3f37a80" providerId="ADAL" clId="{2E0CCE2B-3859-4C85-B70B-89EB7386A836}" dt="2025-09-02T07:27:54.514" v="2626" actId="692"/>
          <ac:spMkLst>
            <pc:docMk/>
            <pc:sldMk cId="86077816" sldId="266"/>
            <ac:spMk id="11" creationId="{660C9809-3FF4-1EB7-2262-D16918103344}"/>
          </ac:spMkLst>
        </pc:spChg>
        <pc:spChg chg="add mod">
          <ac:chgData name="Gramage_Casado,Martin (MED BDS) BIP-DE-B" userId="99069820-5ef7-45ab-a44b-3df4d3f37a80" providerId="ADAL" clId="{2E0CCE2B-3859-4C85-B70B-89EB7386A836}" dt="2025-09-02T07:25:05.874" v="2602" actId="692"/>
          <ac:spMkLst>
            <pc:docMk/>
            <pc:sldMk cId="86077816" sldId="266"/>
            <ac:spMk id="12" creationId="{421004EB-CF70-4FC2-E684-2E2B90D2C81C}"/>
          </ac:spMkLst>
        </pc:spChg>
        <pc:spChg chg="add mod">
          <ac:chgData name="Gramage_Casado,Martin (MED BDS) BIP-DE-B" userId="99069820-5ef7-45ab-a44b-3df4d3f37a80" providerId="ADAL" clId="{2E0CCE2B-3859-4C85-B70B-89EB7386A836}" dt="2025-09-02T07:53:36.488" v="3035" actId="20577"/>
          <ac:spMkLst>
            <pc:docMk/>
            <pc:sldMk cId="86077816" sldId="266"/>
            <ac:spMk id="13" creationId="{A230426B-B0FF-C8FE-788E-B5160D6ECD2D}"/>
          </ac:spMkLst>
        </pc:spChg>
        <pc:spChg chg="del">
          <ac:chgData name="Gramage_Casado,Martin (MED BDS) BIP-DE-B" userId="99069820-5ef7-45ab-a44b-3df4d3f37a80" providerId="ADAL" clId="{2E0CCE2B-3859-4C85-B70B-89EB7386A836}" dt="2025-08-26T07:02:05.524" v="347" actId="26606"/>
          <ac:spMkLst>
            <pc:docMk/>
            <pc:sldMk cId="86077816" sldId="266"/>
            <ac:spMk id="37" creationId="{4AC0CD9D-7610-4620-93B4-798CCD9AB581}"/>
          </ac:spMkLst>
        </pc:spChg>
        <pc:spChg chg="del">
          <ac:chgData name="Gramage_Casado,Martin (MED BDS) BIP-DE-B" userId="99069820-5ef7-45ab-a44b-3df4d3f37a80" providerId="ADAL" clId="{2E0CCE2B-3859-4C85-B70B-89EB7386A836}" dt="2025-08-26T07:02:05.524" v="347" actId="26606"/>
          <ac:spMkLst>
            <pc:docMk/>
            <pc:sldMk cId="86077816" sldId="266"/>
            <ac:spMk id="43" creationId="{DE4D62F9-188E-4530-84C2-24BDEE4BEB82}"/>
          </ac:spMkLst>
        </pc:spChg>
        <pc:spChg chg="del">
          <ac:chgData name="Gramage_Casado,Martin (MED BDS) BIP-DE-B" userId="99069820-5ef7-45ab-a44b-3df4d3f37a80" providerId="ADAL" clId="{2E0CCE2B-3859-4C85-B70B-89EB7386A836}" dt="2025-08-26T07:02:05.524" v="347" actId="26606"/>
          <ac:spMkLst>
            <pc:docMk/>
            <pc:sldMk cId="86077816" sldId="266"/>
            <ac:spMk id="45" creationId="{7810E80F-9C89-42DA-AC6A-CA9F6C0FEE1D}"/>
          </ac:spMkLst>
        </pc:spChg>
        <pc:spChg chg="del">
          <ac:chgData name="Gramage_Casado,Martin (MED BDS) BIP-DE-B" userId="99069820-5ef7-45ab-a44b-3df4d3f37a80" providerId="ADAL" clId="{2E0CCE2B-3859-4C85-B70B-89EB7386A836}" dt="2025-08-26T07:02:05.524" v="347" actId="26606"/>
          <ac:spMkLst>
            <pc:docMk/>
            <pc:sldMk cId="86077816" sldId="266"/>
            <ac:spMk id="47" creationId="{35955B09-6DFD-41EE-8794-648DBC50B39F}"/>
          </ac:spMkLst>
        </pc:spChg>
        <pc:spChg chg="del">
          <ac:chgData name="Gramage_Casado,Martin (MED BDS) BIP-DE-B" userId="99069820-5ef7-45ab-a44b-3df4d3f37a80" providerId="ADAL" clId="{2E0CCE2B-3859-4C85-B70B-89EB7386A836}" dt="2025-08-26T07:02:05.524" v="347" actId="26606"/>
          <ac:spMkLst>
            <pc:docMk/>
            <pc:sldMk cId="86077816" sldId="266"/>
            <ac:spMk id="49" creationId="{EA1C8458-DBAA-4D00-98AC-E9890360D5F1}"/>
          </ac:spMkLst>
        </pc:spChg>
        <pc:spChg chg="del">
          <ac:chgData name="Gramage_Casado,Martin (MED BDS) BIP-DE-B" userId="99069820-5ef7-45ab-a44b-3df4d3f37a80" providerId="ADAL" clId="{2E0CCE2B-3859-4C85-B70B-89EB7386A836}" dt="2025-08-26T07:02:05.524" v="347" actId="26606"/>
          <ac:spMkLst>
            <pc:docMk/>
            <pc:sldMk cId="86077816" sldId="266"/>
            <ac:spMk id="51" creationId="{A8D15A26-D50C-4BE5-8A59-321D90248097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23.905" v="359" actId="26606"/>
          <ac:spMkLst>
            <pc:docMk/>
            <pc:sldMk cId="86077816" sldId="266"/>
            <ac:spMk id="60" creationId="{4AC0CD9D-7610-4620-93B4-798CCD9AB581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23.905" v="359" actId="26606"/>
          <ac:spMkLst>
            <pc:docMk/>
            <pc:sldMk cId="86077816" sldId="266"/>
            <ac:spMk id="66" creationId="{DE4D62F9-188E-4530-84C2-24BDEE4BEB82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23.905" v="359" actId="26606"/>
          <ac:spMkLst>
            <pc:docMk/>
            <pc:sldMk cId="86077816" sldId="266"/>
            <ac:spMk id="68" creationId="{20F6071B-48FA-4685-A9C9-A7B21E1C14CC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23.905" v="359" actId="26606"/>
          <ac:spMkLst>
            <pc:docMk/>
            <pc:sldMk cId="86077816" sldId="266"/>
            <ac:spMk id="70" creationId="{8C56044C-1580-4C45-8AA3-F2A07478B455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23.905" v="359" actId="26606"/>
          <ac:spMkLst>
            <pc:docMk/>
            <pc:sldMk cId="86077816" sldId="266"/>
            <ac:spMk id="72" creationId="{51A8E3CE-561F-42BE-B6A2-FBE96F9A8280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23.905" v="359" actId="26606"/>
          <ac:spMkLst>
            <pc:docMk/>
            <pc:sldMk cId="86077816" sldId="266"/>
            <ac:spMk id="74" creationId="{7DE548AA-7E1A-497C-8B79-C74F42ACFB16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31.692" v="362" actId="26606"/>
          <ac:spMkLst>
            <pc:docMk/>
            <pc:sldMk cId="86077816" sldId="266"/>
            <ac:spMk id="83" creationId="{4AC0CD9D-7610-4620-93B4-798CCD9AB581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31.692" v="362" actId="26606"/>
          <ac:spMkLst>
            <pc:docMk/>
            <pc:sldMk cId="86077816" sldId="266"/>
            <ac:spMk id="89" creationId="{DE4D62F9-188E-4530-84C2-24BDEE4BEB82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31.692" v="362" actId="26606"/>
          <ac:spMkLst>
            <pc:docMk/>
            <pc:sldMk cId="86077816" sldId="266"/>
            <ac:spMk id="91" creationId="{D27CF008-4B18-436D-B2D5-C1346C12438E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31.692" v="362" actId="26606"/>
          <ac:spMkLst>
            <pc:docMk/>
            <pc:sldMk cId="86077816" sldId="266"/>
            <ac:spMk id="93" creationId="{CE22DAD8-5F67-4B73-ADA9-06EF381F7AD6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31.692" v="362" actId="26606"/>
          <ac:spMkLst>
            <pc:docMk/>
            <pc:sldMk cId="86077816" sldId="266"/>
            <ac:spMk id="95" creationId="{E4F17063-EDA4-417B-946F-BA357F3B390D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31.692" v="362" actId="26606"/>
          <ac:spMkLst>
            <pc:docMk/>
            <pc:sldMk cId="86077816" sldId="266"/>
            <ac:spMk id="97" creationId="{D36F3EEA-55D4-4677-80E7-92D00B8F343B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86077816" sldId="266"/>
            <ac:spMk id="106" creationId="{4AC0CD9D-7610-4620-93B4-798CCD9AB581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86077816" sldId="266"/>
            <ac:spMk id="112" creationId="{DE4D62F9-188E-4530-84C2-24BDEE4BEB82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86077816" sldId="266"/>
            <ac:spMk id="114" creationId="{D27CF008-4B18-436D-B2D5-C1346C12438E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86077816" sldId="266"/>
            <ac:spMk id="116" creationId="{CE22DAD8-5F67-4B73-ADA9-06EF381F7AD6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86077816" sldId="266"/>
            <ac:spMk id="118" creationId="{E4F17063-EDA4-417B-946F-BA357F3B390D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86077816" sldId="266"/>
            <ac:spMk id="120" creationId="{D36F3EEA-55D4-4677-80E7-92D00B8F343B}"/>
          </ac:spMkLst>
        </pc:spChg>
        <pc:picChg chg="add del mod">
          <ac:chgData name="Gramage_Casado,Martin (MED BDS) BIP-DE-B" userId="99069820-5ef7-45ab-a44b-3df4d3f37a80" providerId="ADAL" clId="{2E0CCE2B-3859-4C85-B70B-89EB7386A836}" dt="2025-09-02T07:16:37.882" v="2517" actId="478"/>
          <ac:picMkLst>
            <pc:docMk/>
            <pc:sldMk cId="86077816" sldId="266"/>
            <ac:picMk id="4" creationId="{00F37101-55A6-82FD-EDF8-95239472BDBE}"/>
          </ac:picMkLst>
        </pc:picChg>
        <pc:picChg chg="del">
          <ac:chgData name="Gramage_Casado,Martin (MED BDS) BIP-DE-B" userId="99069820-5ef7-45ab-a44b-3df4d3f37a80" providerId="ADAL" clId="{2E0CCE2B-3859-4C85-B70B-89EB7386A836}" dt="2025-08-26T06:37:21.101" v="0" actId="478"/>
          <ac:picMkLst>
            <pc:docMk/>
            <pc:sldMk cId="86077816" sldId="266"/>
            <ac:picMk id="5" creationId="{6F48DBD3-2FA1-96DA-0845-B54DADE954E1}"/>
          </ac:picMkLst>
        </pc:picChg>
        <pc:picChg chg="add del mod">
          <ac:chgData name="Gramage_Casado,Martin (MED BDS) BIP-DE-B" userId="99069820-5ef7-45ab-a44b-3df4d3f37a80" providerId="ADAL" clId="{2E0CCE2B-3859-4C85-B70B-89EB7386A836}" dt="2025-09-02T07:19:45.167" v="2527" actId="478"/>
          <ac:picMkLst>
            <pc:docMk/>
            <pc:sldMk cId="86077816" sldId="266"/>
            <ac:picMk id="5" creationId="{9E3EE5D6-7E04-CB23-D41C-D20FC242F3A8}"/>
          </ac:picMkLst>
        </pc:picChg>
        <pc:picChg chg="add del">
          <ac:chgData name="Gramage_Casado,Martin (MED BDS) BIP-DE-B" userId="99069820-5ef7-45ab-a44b-3df4d3f37a80" providerId="ADAL" clId="{2E0CCE2B-3859-4C85-B70B-89EB7386A836}" dt="2025-09-02T07:20:14.810" v="2529" actId="478"/>
          <ac:picMkLst>
            <pc:docMk/>
            <pc:sldMk cId="86077816" sldId="266"/>
            <ac:picMk id="7" creationId="{7B0F376D-4638-C10C-8173-0997DFCF1473}"/>
          </ac:picMkLst>
        </pc:picChg>
        <pc:picChg chg="add mod modCrop">
          <ac:chgData name="Gramage_Casado,Martin (MED BDS) BIP-DE-B" userId="99069820-5ef7-45ab-a44b-3df4d3f37a80" providerId="ADAL" clId="{2E0CCE2B-3859-4C85-B70B-89EB7386A836}" dt="2025-09-02T07:25:43.842" v="2603" actId="732"/>
          <ac:picMkLst>
            <pc:docMk/>
            <pc:sldMk cId="86077816" sldId="266"/>
            <ac:picMk id="9" creationId="{9647B51E-5DA0-5521-1FB2-CDBF23138A48}"/>
          </ac:picMkLst>
        </pc:picChg>
        <pc:picChg chg="del">
          <ac:chgData name="Gramage_Casado,Martin (MED BDS) BIP-DE-B" userId="99069820-5ef7-45ab-a44b-3df4d3f37a80" providerId="ADAL" clId="{2E0CCE2B-3859-4C85-B70B-89EB7386A836}" dt="2025-08-26T07:02:05.524" v="347" actId="26606"/>
          <ac:picMkLst>
            <pc:docMk/>
            <pc:sldMk cId="86077816" sldId="266"/>
            <ac:picMk id="33" creationId="{41B68C77-138E-4BF7-A276-BD0C78A4219F}"/>
          </ac:picMkLst>
        </pc:picChg>
        <pc:picChg chg="del">
          <ac:chgData name="Gramage_Casado,Martin (MED BDS) BIP-DE-B" userId="99069820-5ef7-45ab-a44b-3df4d3f37a80" providerId="ADAL" clId="{2E0CCE2B-3859-4C85-B70B-89EB7386A836}" dt="2025-08-26T07:02:05.524" v="347" actId="26606"/>
          <ac:picMkLst>
            <pc:docMk/>
            <pc:sldMk cId="86077816" sldId="266"/>
            <ac:picMk id="35" creationId="{7C268552-D473-46ED-B1B8-422042C4DEF1}"/>
          </ac:picMkLst>
        </pc:picChg>
        <pc:picChg chg="del">
          <ac:chgData name="Gramage_Casado,Martin (MED BDS) BIP-DE-B" userId="99069820-5ef7-45ab-a44b-3df4d3f37a80" providerId="ADAL" clId="{2E0CCE2B-3859-4C85-B70B-89EB7386A836}" dt="2025-08-26T07:02:05.524" v="347" actId="26606"/>
          <ac:picMkLst>
            <pc:docMk/>
            <pc:sldMk cId="86077816" sldId="266"/>
            <ac:picMk id="39" creationId="{B9238B3E-24AA-439A-B527-6C5DF6D72145}"/>
          </ac:picMkLst>
        </pc:picChg>
        <pc:picChg chg="del">
          <ac:chgData name="Gramage_Casado,Martin (MED BDS) BIP-DE-B" userId="99069820-5ef7-45ab-a44b-3df4d3f37a80" providerId="ADAL" clId="{2E0CCE2B-3859-4C85-B70B-89EB7386A836}" dt="2025-08-26T07:02:05.524" v="347" actId="26606"/>
          <ac:picMkLst>
            <pc:docMk/>
            <pc:sldMk cId="86077816" sldId="266"/>
            <ac:picMk id="41" creationId="{69F01145-BEA3-4CBF-AA21-10077B948CA8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3:23.905" v="359" actId="26606"/>
          <ac:picMkLst>
            <pc:docMk/>
            <pc:sldMk cId="86077816" sldId="266"/>
            <ac:picMk id="56" creationId="{41B68C77-138E-4BF7-A276-BD0C78A4219F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3:23.905" v="359" actId="26606"/>
          <ac:picMkLst>
            <pc:docMk/>
            <pc:sldMk cId="86077816" sldId="266"/>
            <ac:picMk id="58" creationId="{7C268552-D473-46ED-B1B8-422042C4DEF1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3:23.905" v="359" actId="26606"/>
          <ac:picMkLst>
            <pc:docMk/>
            <pc:sldMk cId="86077816" sldId="266"/>
            <ac:picMk id="62" creationId="{B9238B3E-24AA-439A-B527-6C5DF6D72145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3:23.905" v="359" actId="26606"/>
          <ac:picMkLst>
            <pc:docMk/>
            <pc:sldMk cId="86077816" sldId="266"/>
            <ac:picMk id="64" creationId="{69F01145-BEA3-4CBF-AA21-10077B948CA8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3:31.692" v="362" actId="26606"/>
          <ac:picMkLst>
            <pc:docMk/>
            <pc:sldMk cId="86077816" sldId="266"/>
            <ac:picMk id="79" creationId="{41B68C77-138E-4BF7-A276-BD0C78A4219F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3:31.692" v="362" actId="26606"/>
          <ac:picMkLst>
            <pc:docMk/>
            <pc:sldMk cId="86077816" sldId="266"/>
            <ac:picMk id="81" creationId="{7C268552-D473-46ED-B1B8-422042C4DEF1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3:31.692" v="362" actId="26606"/>
          <ac:picMkLst>
            <pc:docMk/>
            <pc:sldMk cId="86077816" sldId="266"/>
            <ac:picMk id="85" creationId="{B9238B3E-24AA-439A-B527-6C5DF6D72145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3:31.692" v="362" actId="26606"/>
          <ac:picMkLst>
            <pc:docMk/>
            <pc:sldMk cId="86077816" sldId="266"/>
            <ac:picMk id="87" creationId="{69F01145-BEA3-4CBF-AA21-10077B948CA8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86077816" sldId="266"/>
            <ac:picMk id="102" creationId="{41B68C77-138E-4BF7-A276-BD0C78A4219F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86077816" sldId="266"/>
            <ac:picMk id="104" creationId="{7C268552-D473-46ED-B1B8-422042C4DEF1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86077816" sldId="266"/>
            <ac:picMk id="108" creationId="{B9238B3E-24AA-439A-B527-6C5DF6D72145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86077816" sldId="266"/>
            <ac:picMk id="110" creationId="{69F01145-BEA3-4CBF-AA21-10077B948CA8}"/>
          </ac:picMkLst>
        </pc:picChg>
      </pc:sldChg>
      <pc:sldChg chg="addSp delSp modSp mod modTransition setBg delDesignElem">
        <pc:chgData name="Gramage_Casado,Martin (MED BDS) BIP-DE-B" userId="99069820-5ef7-45ab-a44b-3df4d3f37a80" providerId="ADAL" clId="{2E0CCE2B-3859-4C85-B70B-89EB7386A836}" dt="2025-09-10T13:37:40.609" v="6332"/>
        <pc:sldMkLst>
          <pc:docMk/>
          <pc:sldMk cId="4122414896" sldId="267"/>
        </pc:sldMkLst>
        <pc:spChg chg="mod ord">
          <ac:chgData name="Gramage_Casado,Martin (MED BDS) BIP-DE-B" userId="99069820-5ef7-45ab-a44b-3df4d3f37a80" providerId="ADAL" clId="{2E0CCE2B-3859-4C85-B70B-89EB7386A836}" dt="2025-08-26T07:04:07.629" v="370" actId="26606"/>
          <ac:spMkLst>
            <pc:docMk/>
            <pc:sldMk cId="4122414896" sldId="267"/>
            <ac:spMk id="2" creationId="{5305E73F-D5EB-D6ED-0C51-0DB56FCD31EF}"/>
          </ac:spMkLst>
        </pc:spChg>
        <pc:spChg chg="add mod">
          <ac:chgData name="Gramage_Casado,Martin (MED BDS) BIP-DE-B" userId="99069820-5ef7-45ab-a44b-3df4d3f37a80" providerId="ADAL" clId="{2E0CCE2B-3859-4C85-B70B-89EB7386A836}" dt="2025-09-02T07:26:52.144" v="2616" actId="14100"/>
          <ac:spMkLst>
            <pc:docMk/>
            <pc:sldMk cId="4122414896" sldId="267"/>
            <ac:spMk id="3" creationId="{6124CDCC-CAE4-BE0A-13E0-E525BEDFC46C}"/>
          </ac:spMkLst>
        </pc:spChg>
        <pc:spChg chg="add mod">
          <ac:chgData name="Gramage_Casado,Martin (MED BDS) BIP-DE-B" userId="99069820-5ef7-45ab-a44b-3df4d3f37a80" providerId="ADAL" clId="{2E0CCE2B-3859-4C85-B70B-89EB7386A836}" dt="2025-09-02T07:39:39.225" v="2810" actId="14100"/>
          <ac:spMkLst>
            <pc:docMk/>
            <pc:sldMk cId="4122414896" sldId="267"/>
            <ac:spMk id="5" creationId="{36F391A0-8662-3A5C-442B-D9A59B32E6AC}"/>
          </ac:spMkLst>
        </pc:spChg>
        <pc:spChg chg="add mod">
          <ac:chgData name="Gramage_Casado,Martin (MED BDS) BIP-DE-B" userId="99069820-5ef7-45ab-a44b-3df4d3f37a80" providerId="ADAL" clId="{2E0CCE2B-3859-4C85-B70B-89EB7386A836}" dt="2025-09-02T07:27:34.096" v="2624" actId="14100"/>
          <ac:spMkLst>
            <pc:docMk/>
            <pc:sldMk cId="4122414896" sldId="267"/>
            <ac:spMk id="6" creationId="{733327FE-BFD4-0123-2AA0-68C8743E6265}"/>
          </ac:spMkLst>
        </pc:spChg>
        <pc:spChg chg="add mod">
          <ac:chgData name="Gramage_Casado,Martin (MED BDS) BIP-DE-B" userId="99069820-5ef7-45ab-a44b-3df4d3f37a80" providerId="ADAL" clId="{2E0CCE2B-3859-4C85-B70B-89EB7386A836}" dt="2025-09-02T07:54:03.649" v="3050" actId="1076"/>
          <ac:spMkLst>
            <pc:docMk/>
            <pc:sldMk cId="4122414896" sldId="267"/>
            <ac:spMk id="7" creationId="{65AA3FCB-C3F3-FC30-D832-3CCFB7088DAF}"/>
          </ac:spMkLst>
        </pc:spChg>
        <pc:spChg chg="del">
          <ac:chgData name="Gramage_Casado,Martin (MED BDS) BIP-DE-B" userId="99069820-5ef7-45ab-a44b-3df4d3f37a80" providerId="ADAL" clId="{2E0CCE2B-3859-4C85-B70B-89EB7386A836}" dt="2025-08-26T07:03:07.629" v="354" actId="26606"/>
          <ac:spMkLst>
            <pc:docMk/>
            <pc:sldMk cId="4122414896" sldId="267"/>
            <ac:spMk id="55" creationId="{4AC0CD9D-7610-4620-93B4-798CCD9AB581}"/>
          </ac:spMkLst>
        </pc:spChg>
        <pc:spChg chg="del">
          <ac:chgData name="Gramage_Casado,Martin (MED BDS) BIP-DE-B" userId="99069820-5ef7-45ab-a44b-3df4d3f37a80" providerId="ADAL" clId="{2E0CCE2B-3859-4C85-B70B-89EB7386A836}" dt="2025-08-26T07:03:07.629" v="354" actId="26606"/>
          <ac:spMkLst>
            <pc:docMk/>
            <pc:sldMk cId="4122414896" sldId="267"/>
            <ac:spMk id="58" creationId="{DE4D62F9-188E-4530-84C2-24BDEE4BEB82}"/>
          </ac:spMkLst>
        </pc:spChg>
        <pc:spChg chg="del">
          <ac:chgData name="Gramage_Casado,Martin (MED BDS) BIP-DE-B" userId="99069820-5ef7-45ab-a44b-3df4d3f37a80" providerId="ADAL" clId="{2E0CCE2B-3859-4C85-B70B-89EB7386A836}" dt="2025-08-26T07:03:07.629" v="354" actId="26606"/>
          <ac:spMkLst>
            <pc:docMk/>
            <pc:sldMk cId="4122414896" sldId="267"/>
            <ac:spMk id="59" creationId="{7810E80F-9C89-42DA-AC6A-CA9F6C0FEE1D}"/>
          </ac:spMkLst>
        </pc:spChg>
        <pc:spChg chg="del">
          <ac:chgData name="Gramage_Casado,Martin (MED BDS) BIP-DE-B" userId="99069820-5ef7-45ab-a44b-3df4d3f37a80" providerId="ADAL" clId="{2E0CCE2B-3859-4C85-B70B-89EB7386A836}" dt="2025-08-26T07:03:07.629" v="354" actId="26606"/>
          <ac:spMkLst>
            <pc:docMk/>
            <pc:sldMk cId="4122414896" sldId="267"/>
            <ac:spMk id="60" creationId="{35955B09-6DFD-41EE-8794-648DBC50B39F}"/>
          </ac:spMkLst>
        </pc:spChg>
        <pc:spChg chg="del">
          <ac:chgData name="Gramage_Casado,Martin (MED BDS) BIP-DE-B" userId="99069820-5ef7-45ab-a44b-3df4d3f37a80" providerId="ADAL" clId="{2E0CCE2B-3859-4C85-B70B-89EB7386A836}" dt="2025-08-26T07:03:07.629" v="354" actId="26606"/>
          <ac:spMkLst>
            <pc:docMk/>
            <pc:sldMk cId="4122414896" sldId="267"/>
            <ac:spMk id="61" creationId="{EA1C8458-DBAA-4D00-98AC-E9890360D5F1}"/>
          </ac:spMkLst>
        </pc:spChg>
        <pc:spChg chg="del">
          <ac:chgData name="Gramage_Casado,Martin (MED BDS) BIP-DE-B" userId="99069820-5ef7-45ab-a44b-3df4d3f37a80" providerId="ADAL" clId="{2E0CCE2B-3859-4C85-B70B-89EB7386A836}" dt="2025-08-26T07:03:07.629" v="354" actId="26606"/>
          <ac:spMkLst>
            <pc:docMk/>
            <pc:sldMk cId="4122414896" sldId="267"/>
            <ac:spMk id="62" creationId="{A8D15A26-D50C-4BE5-8A59-321D90248097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16.867" v="358" actId="26606"/>
          <ac:spMkLst>
            <pc:docMk/>
            <pc:sldMk cId="4122414896" sldId="267"/>
            <ac:spMk id="71" creationId="{4AC0CD9D-7610-4620-93B4-798CCD9AB581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16.867" v="358" actId="26606"/>
          <ac:spMkLst>
            <pc:docMk/>
            <pc:sldMk cId="4122414896" sldId="267"/>
            <ac:spMk id="77" creationId="{DE4D62F9-188E-4530-84C2-24BDEE4BEB82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16.867" v="358" actId="26606"/>
          <ac:spMkLst>
            <pc:docMk/>
            <pc:sldMk cId="4122414896" sldId="267"/>
            <ac:spMk id="79" creationId="{20F6071B-48FA-4685-A9C9-A7B21E1C14CC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16.867" v="358" actId="26606"/>
          <ac:spMkLst>
            <pc:docMk/>
            <pc:sldMk cId="4122414896" sldId="267"/>
            <ac:spMk id="81" creationId="{8C56044C-1580-4C45-8AA3-F2A07478B455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16.867" v="358" actId="26606"/>
          <ac:spMkLst>
            <pc:docMk/>
            <pc:sldMk cId="4122414896" sldId="267"/>
            <ac:spMk id="83" creationId="{51A8E3CE-561F-42BE-B6A2-FBE96F9A8280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16.867" v="358" actId="26606"/>
          <ac:spMkLst>
            <pc:docMk/>
            <pc:sldMk cId="4122414896" sldId="267"/>
            <ac:spMk id="85" creationId="{7DE548AA-7E1A-497C-8B79-C74F42ACFB16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4122414896" sldId="267"/>
            <ac:spMk id="94" creationId="{4AC0CD9D-7610-4620-93B4-798CCD9AB581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4122414896" sldId="267"/>
            <ac:spMk id="100" creationId="{DE4D62F9-188E-4530-84C2-24BDEE4BEB82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4122414896" sldId="267"/>
            <ac:spMk id="102" creationId="{D27CF008-4B18-436D-B2D5-C1346C12438E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4122414896" sldId="267"/>
            <ac:spMk id="104" creationId="{CE22DAD8-5F67-4B73-ADA9-06EF381F7AD6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4122414896" sldId="267"/>
            <ac:spMk id="106" creationId="{E4F17063-EDA4-417B-946F-BA357F3B390D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4122414896" sldId="267"/>
            <ac:spMk id="108" creationId="{D36F3EEA-55D4-4677-80E7-92D00B8F343B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59.520" v="368" actId="26606"/>
          <ac:spMkLst>
            <pc:docMk/>
            <pc:sldMk cId="4122414896" sldId="267"/>
            <ac:spMk id="117" creationId="{4AC0CD9D-7610-4620-93B4-798CCD9AB581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59.520" v="368" actId="26606"/>
          <ac:spMkLst>
            <pc:docMk/>
            <pc:sldMk cId="4122414896" sldId="267"/>
            <ac:spMk id="123" creationId="{DE4D62F9-188E-4530-84C2-24BDEE4BEB82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59.520" v="368" actId="26606"/>
          <ac:spMkLst>
            <pc:docMk/>
            <pc:sldMk cId="4122414896" sldId="267"/>
            <ac:spMk id="125" creationId="{D27CF008-4B18-436D-B2D5-C1346C12438E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59.520" v="368" actId="26606"/>
          <ac:spMkLst>
            <pc:docMk/>
            <pc:sldMk cId="4122414896" sldId="267"/>
            <ac:spMk id="127" creationId="{CE22DAD8-5F67-4B73-ADA9-06EF381F7AD6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59.520" v="368" actId="26606"/>
          <ac:spMkLst>
            <pc:docMk/>
            <pc:sldMk cId="4122414896" sldId="267"/>
            <ac:spMk id="129" creationId="{E4F17063-EDA4-417B-946F-BA357F3B390D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3:59.520" v="368" actId="26606"/>
          <ac:spMkLst>
            <pc:docMk/>
            <pc:sldMk cId="4122414896" sldId="267"/>
            <ac:spMk id="131" creationId="{D36F3EEA-55D4-4677-80E7-92D00B8F343B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4:07.629" v="370" actId="26606"/>
          <ac:spMkLst>
            <pc:docMk/>
            <pc:sldMk cId="4122414896" sldId="267"/>
            <ac:spMk id="135" creationId="{4AC0CD9D-7610-4620-93B4-798CCD9AB581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4:07.629" v="370" actId="26606"/>
          <ac:spMkLst>
            <pc:docMk/>
            <pc:sldMk cId="4122414896" sldId="267"/>
            <ac:spMk id="138" creationId="{DE4D62F9-188E-4530-84C2-24BDEE4BEB82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4:07.629" v="370" actId="26606"/>
          <ac:spMkLst>
            <pc:docMk/>
            <pc:sldMk cId="4122414896" sldId="267"/>
            <ac:spMk id="139" creationId="{757B325C-3E35-45CF-9D07-3BCB281F3B9C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4:07.629" v="370" actId="26606"/>
          <ac:spMkLst>
            <pc:docMk/>
            <pc:sldMk cId="4122414896" sldId="267"/>
            <ac:spMk id="140" creationId="{C24BEC42-AFF3-40D1-93A2-A27A42E1E23C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4:07.629" v="370" actId="26606"/>
          <ac:spMkLst>
            <pc:docMk/>
            <pc:sldMk cId="4122414896" sldId="267"/>
            <ac:spMk id="141" creationId="{608F427C-1EC9-4280-9367-F2B3AA063E82}"/>
          </ac:spMkLst>
        </pc:spChg>
        <pc:spChg chg="add del">
          <ac:chgData name="Gramage_Casado,Martin (MED BDS) BIP-DE-B" userId="99069820-5ef7-45ab-a44b-3df4d3f37a80" providerId="ADAL" clId="{2E0CCE2B-3859-4C85-B70B-89EB7386A836}" dt="2025-08-26T07:04:07.629" v="370" actId="26606"/>
          <ac:spMkLst>
            <pc:docMk/>
            <pc:sldMk cId="4122414896" sldId="267"/>
            <ac:spMk id="142" creationId="{F98810A7-E114-447A-A7D6-69B27CFB5650}"/>
          </ac:spMkLst>
        </pc:spChg>
        <pc:picChg chg="add del mod ord modCrop">
          <ac:chgData name="Gramage_Casado,Martin (MED BDS) BIP-DE-B" userId="99069820-5ef7-45ab-a44b-3df4d3f37a80" providerId="ADAL" clId="{2E0CCE2B-3859-4C85-B70B-89EB7386A836}" dt="2025-09-02T07:26:41.368" v="2614" actId="14100"/>
          <ac:picMkLst>
            <pc:docMk/>
            <pc:sldMk cId="4122414896" sldId="267"/>
            <ac:picMk id="4" creationId="{BB4D6315-93D7-A8CF-9F63-EA922C9554A7}"/>
          </ac:picMkLst>
        </pc:picChg>
        <pc:picChg chg="del">
          <ac:chgData name="Gramage_Casado,Martin (MED BDS) BIP-DE-B" userId="99069820-5ef7-45ab-a44b-3df4d3f37a80" providerId="ADAL" clId="{2E0CCE2B-3859-4C85-B70B-89EB7386A836}" dt="2025-08-26T06:37:24.928" v="1" actId="478"/>
          <ac:picMkLst>
            <pc:docMk/>
            <pc:sldMk cId="4122414896" sldId="267"/>
            <ac:picMk id="5" creationId="{953AECCC-DEFD-8BF8-CEC7-DAF6443CA363}"/>
          </ac:picMkLst>
        </pc:picChg>
        <pc:picChg chg="del">
          <ac:chgData name="Gramage_Casado,Martin (MED BDS) BIP-DE-B" userId="99069820-5ef7-45ab-a44b-3df4d3f37a80" providerId="ADAL" clId="{2E0CCE2B-3859-4C85-B70B-89EB7386A836}" dt="2025-08-26T07:03:07.629" v="354" actId="26606"/>
          <ac:picMkLst>
            <pc:docMk/>
            <pc:sldMk cId="4122414896" sldId="267"/>
            <ac:picMk id="53" creationId="{41B68C77-138E-4BF7-A276-BD0C78A4219F}"/>
          </ac:picMkLst>
        </pc:picChg>
        <pc:picChg chg="del">
          <ac:chgData name="Gramage_Casado,Martin (MED BDS) BIP-DE-B" userId="99069820-5ef7-45ab-a44b-3df4d3f37a80" providerId="ADAL" clId="{2E0CCE2B-3859-4C85-B70B-89EB7386A836}" dt="2025-08-26T07:03:07.629" v="354" actId="26606"/>
          <ac:picMkLst>
            <pc:docMk/>
            <pc:sldMk cId="4122414896" sldId="267"/>
            <ac:picMk id="54" creationId="{7C268552-D473-46ED-B1B8-422042C4DEF1}"/>
          </ac:picMkLst>
        </pc:picChg>
        <pc:picChg chg="del">
          <ac:chgData name="Gramage_Casado,Martin (MED BDS) BIP-DE-B" userId="99069820-5ef7-45ab-a44b-3df4d3f37a80" providerId="ADAL" clId="{2E0CCE2B-3859-4C85-B70B-89EB7386A836}" dt="2025-08-26T07:03:07.629" v="354" actId="26606"/>
          <ac:picMkLst>
            <pc:docMk/>
            <pc:sldMk cId="4122414896" sldId="267"/>
            <ac:picMk id="56" creationId="{B9238B3E-24AA-439A-B527-6C5DF6D72145}"/>
          </ac:picMkLst>
        </pc:picChg>
        <pc:picChg chg="del">
          <ac:chgData name="Gramage_Casado,Martin (MED BDS) BIP-DE-B" userId="99069820-5ef7-45ab-a44b-3df4d3f37a80" providerId="ADAL" clId="{2E0CCE2B-3859-4C85-B70B-89EB7386A836}" dt="2025-08-26T07:03:07.629" v="354" actId="26606"/>
          <ac:picMkLst>
            <pc:docMk/>
            <pc:sldMk cId="4122414896" sldId="267"/>
            <ac:picMk id="57" creationId="{69F01145-BEA3-4CBF-AA21-10077B948CA8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3:16.867" v="358" actId="26606"/>
          <ac:picMkLst>
            <pc:docMk/>
            <pc:sldMk cId="4122414896" sldId="267"/>
            <ac:picMk id="67" creationId="{41B68C77-138E-4BF7-A276-BD0C78A4219F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3:16.867" v="358" actId="26606"/>
          <ac:picMkLst>
            <pc:docMk/>
            <pc:sldMk cId="4122414896" sldId="267"/>
            <ac:picMk id="69" creationId="{7C268552-D473-46ED-B1B8-422042C4DEF1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3:16.867" v="358" actId="26606"/>
          <ac:picMkLst>
            <pc:docMk/>
            <pc:sldMk cId="4122414896" sldId="267"/>
            <ac:picMk id="73" creationId="{B9238B3E-24AA-439A-B527-6C5DF6D72145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3:16.867" v="358" actId="26606"/>
          <ac:picMkLst>
            <pc:docMk/>
            <pc:sldMk cId="4122414896" sldId="267"/>
            <ac:picMk id="75" creationId="{69F01145-BEA3-4CBF-AA21-10077B948CA8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4122414896" sldId="267"/>
            <ac:picMk id="90" creationId="{41B68C77-138E-4BF7-A276-BD0C78A4219F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4122414896" sldId="267"/>
            <ac:picMk id="92" creationId="{7C268552-D473-46ED-B1B8-422042C4DEF1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4122414896" sldId="267"/>
            <ac:picMk id="96" creationId="{B9238B3E-24AA-439A-B527-6C5DF6D72145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4122414896" sldId="267"/>
            <ac:picMk id="98" creationId="{69F01145-BEA3-4CBF-AA21-10077B948CA8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3:59.520" v="368" actId="26606"/>
          <ac:picMkLst>
            <pc:docMk/>
            <pc:sldMk cId="4122414896" sldId="267"/>
            <ac:picMk id="113" creationId="{41B68C77-138E-4BF7-A276-BD0C78A4219F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3:59.520" v="368" actId="26606"/>
          <ac:picMkLst>
            <pc:docMk/>
            <pc:sldMk cId="4122414896" sldId="267"/>
            <ac:picMk id="115" creationId="{7C268552-D473-46ED-B1B8-422042C4DEF1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3:59.520" v="368" actId="26606"/>
          <ac:picMkLst>
            <pc:docMk/>
            <pc:sldMk cId="4122414896" sldId="267"/>
            <ac:picMk id="119" creationId="{B9238B3E-24AA-439A-B527-6C5DF6D72145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3:59.520" v="368" actId="26606"/>
          <ac:picMkLst>
            <pc:docMk/>
            <pc:sldMk cId="4122414896" sldId="267"/>
            <ac:picMk id="121" creationId="{69F01145-BEA3-4CBF-AA21-10077B948CA8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4:07.629" v="370" actId="26606"/>
          <ac:picMkLst>
            <pc:docMk/>
            <pc:sldMk cId="4122414896" sldId="267"/>
            <ac:picMk id="133" creationId="{41B68C77-138E-4BF7-A276-BD0C78A4219F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4:07.629" v="370" actId="26606"/>
          <ac:picMkLst>
            <pc:docMk/>
            <pc:sldMk cId="4122414896" sldId="267"/>
            <ac:picMk id="134" creationId="{7C268552-D473-46ED-B1B8-422042C4DEF1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4:07.629" v="370" actId="26606"/>
          <ac:picMkLst>
            <pc:docMk/>
            <pc:sldMk cId="4122414896" sldId="267"/>
            <ac:picMk id="136" creationId="{B9238B3E-24AA-439A-B527-6C5DF6D72145}"/>
          </ac:picMkLst>
        </pc:picChg>
        <pc:picChg chg="add del">
          <ac:chgData name="Gramage_Casado,Martin (MED BDS) BIP-DE-B" userId="99069820-5ef7-45ab-a44b-3df4d3f37a80" providerId="ADAL" clId="{2E0CCE2B-3859-4C85-B70B-89EB7386A836}" dt="2025-08-26T07:04:07.629" v="370" actId="26606"/>
          <ac:picMkLst>
            <pc:docMk/>
            <pc:sldMk cId="4122414896" sldId="267"/>
            <ac:picMk id="137" creationId="{69F01145-BEA3-4CBF-AA21-10077B948CA8}"/>
          </ac:picMkLst>
        </pc:picChg>
      </pc:sldChg>
      <pc:sldChg chg="addSp delSp modSp mod modTransition setBg addAnim modAnim setClrOvrMap delDesignElem">
        <pc:chgData name="Gramage_Casado,Martin (MED BDS) BIP-DE-B" userId="99069820-5ef7-45ab-a44b-3df4d3f37a80" providerId="ADAL" clId="{2E0CCE2B-3859-4C85-B70B-89EB7386A836}" dt="2025-09-10T13:37:40.609" v="6332"/>
        <pc:sldMkLst>
          <pc:docMk/>
          <pc:sldMk cId="3181456543" sldId="268"/>
        </pc:sldMkLst>
        <pc:spChg chg="add mod">
          <ac:chgData name="Gramage_Casado,Martin (MED BDS) BIP-DE-B" userId="99069820-5ef7-45ab-a44b-3df4d3f37a80" providerId="ADAL" clId="{2E0CCE2B-3859-4C85-B70B-89EB7386A836}" dt="2025-09-10T12:05:27.459" v="5850"/>
          <ac:spMkLst>
            <pc:docMk/>
            <pc:sldMk cId="3181456543" sldId="268"/>
            <ac:spMk id="3" creationId="{8AF296F2-9939-18FB-8576-BA360FF57341}"/>
          </ac:spMkLst>
        </pc:spChg>
        <pc:spChg chg="del mod">
          <ac:chgData name="Gramage_Casado,Martin (MED BDS) BIP-DE-B" userId="99069820-5ef7-45ab-a44b-3df4d3f37a80" providerId="ADAL" clId="{2E0CCE2B-3859-4C85-B70B-89EB7386A836}" dt="2025-08-26T07:00:58.041" v="341" actId="478"/>
          <ac:spMkLst>
            <pc:docMk/>
            <pc:sldMk cId="3181456543" sldId="268"/>
            <ac:spMk id="3" creationId="{B548D86C-48AA-BCB5-AF8D-17FA1C7E0C7F}"/>
          </ac:spMkLst>
        </pc:spChg>
        <pc:spChg chg="add mod">
          <ac:chgData name="Gramage_Casado,Martin (MED BDS) BIP-DE-B" userId="99069820-5ef7-45ab-a44b-3df4d3f37a80" providerId="ADAL" clId="{2E0CCE2B-3859-4C85-B70B-89EB7386A836}" dt="2025-09-10T12:06:10.602" v="5862"/>
          <ac:spMkLst>
            <pc:docMk/>
            <pc:sldMk cId="3181456543" sldId="268"/>
            <ac:spMk id="4" creationId="{1E251681-6E7A-F6E4-02FC-68E5B3FE0645}"/>
          </ac:spMkLst>
        </pc:spChg>
        <pc:spChg chg="del mod">
          <ac:chgData name="Gramage_Casado,Martin (MED BDS) BIP-DE-B" userId="99069820-5ef7-45ab-a44b-3df4d3f37a80" providerId="ADAL" clId="{2E0CCE2B-3859-4C85-B70B-89EB7386A836}" dt="2025-08-26T06:51:05.300" v="102" actId="478"/>
          <ac:spMkLst>
            <pc:docMk/>
            <pc:sldMk cId="3181456543" sldId="268"/>
            <ac:spMk id="6" creationId="{35674203-41F6-8771-F150-7C007C7099D0}"/>
          </ac:spMkLst>
        </pc:spChg>
        <pc:spChg chg="add del mod">
          <ac:chgData name="Gramage_Casado,Martin (MED BDS) BIP-DE-B" userId="99069820-5ef7-45ab-a44b-3df4d3f37a80" providerId="ADAL" clId="{2E0CCE2B-3859-4C85-B70B-89EB7386A836}" dt="2025-08-26T07:01:00.668" v="342" actId="478"/>
          <ac:spMkLst>
            <pc:docMk/>
            <pc:sldMk cId="3181456543" sldId="268"/>
            <ac:spMk id="7" creationId="{5A14131F-0C61-CA47-6812-4380C4DC45B5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181456543" sldId="268"/>
            <ac:spMk id="8" creationId="{052BEFF1-896C-45B1-B02C-96A6A1BC389A}"/>
          </ac:spMkLst>
        </pc:spChg>
        <pc:spChg chg="add mod">
          <ac:chgData name="Gramage_Casado,Martin (MED BDS) BIP-DE-B" userId="99069820-5ef7-45ab-a44b-3df4d3f37a80" providerId="ADAL" clId="{2E0CCE2B-3859-4C85-B70B-89EB7386A836}" dt="2025-09-10T12:06:09.124" v="5861" actId="1076"/>
          <ac:spMkLst>
            <pc:docMk/>
            <pc:sldMk cId="3181456543" sldId="268"/>
            <ac:spMk id="9" creationId="{F7E7DB4F-393E-3436-BE27-81D9814F7D3F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181456543" sldId="268"/>
            <ac:spMk id="10" creationId="{BB237A14-61B1-4C00-A670-5D8D68A8668E}"/>
          </ac:spMkLst>
        </pc:spChg>
        <pc:spChg chg="add mod">
          <ac:chgData name="Gramage_Casado,Martin (MED BDS) BIP-DE-B" userId="99069820-5ef7-45ab-a44b-3df4d3f37a80" providerId="ADAL" clId="{2E0CCE2B-3859-4C85-B70B-89EB7386A836}" dt="2025-09-10T12:06:00.438" v="5859" actId="1076"/>
          <ac:spMkLst>
            <pc:docMk/>
            <pc:sldMk cId="3181456543" sldId="268"/>
            <ac:spMk id="11" creationId="{0547AB4D-3342-DEF1-C896-5807162A112A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181456543" sldId="268"/>
            <ac:spMk id="12" creationId="{8598F259-6F54-47A3-8D13-1603D786A328}"/>
          </ac:spMkLst>
        </pc:spChg>
        <pc:spChg chg="add del mod">
          <ac:chgData name="Gramage_Casado,Martin (MED BDS) BIP-DE-B" userId="99069820-5ef7-45ab-a44b-3df4d3f37a80" providerId="ADAL" clId="{2E0CCE2B-3859-4C85-B70B-89EB7386A836}" dt="2025-08-26T08:07:09.769" v="1003" actId="478"/>
          <ac:spMkLst>
            <pc:docMk/>
            <pc:sldMk cId="3181456543" sldId="268"/>
            <ac:spMk id="13" creationId="{A2B1C85B-850F-2A17-8080-5955670BA534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181456543" sldId="268"/>
            <ac:spMk id="14" creationId="{0BA768A8-4FED-4ED8-9E46-6BE72188ECD2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12:05:38.587" v="5852" actId="478"/>
          <ac:spMkLst>
            <pc:docMk/>
            <pc:sldMk cId="3181456543" sldId="268"/>
            <ac:spMk id="30" creationId="{B09187AE-B4DB-AC4E-D0F8-FD8F366FC04F}"/>
          </ac:spMkLst>
        </pc:spChg>
        <pc:picChg chg="add del mod">
          <ac:chgData name="Gramage_Casado,Martin (MED BDS) BIP-DE-B" userId="99069820-5ef7-45ab-a44b-3df4d3f37a80" providerId="ADAL" clId="{2E0CCE2B-3859-4C85-B70B-89EB7386A836}" dt="2025-09-02T08:01:40.886" v="3193" actId="478"/>
          <ac:picMkLst>
            <pc:docMk/>
            <pc:sldMk cId="3181456543" sldId="268"/>
            <ac:picMk id="4" creationId="{7181B231-3F41-A704-B95F-62FA52CF90DC}"/>
          </ac:picMkLst>
        </pc:picChg>
        <pc:picChg chg="del">
          <ac:chgData name="Gramage_Casado,Martin (MED BDS) BIP-DE-B" userId="99069820-5ef7-45ab-a44b-3df4d3f37a80" providerId="ADAL" clId="{2E0CCE2B-3859-4C85-B70B-89EB7386A836}" dt="2025-08-26T06:51:00.924" v="100" actId="478"/>
          <ac:picMkLst>
            <pc:docMk/>
            <pc:sldMk cId="3181456543" sldId="268"/>
            <ac:picMk id="5" creationId="{88F92F50-839B-9BF3-C037-318F8FBC5576}"/>
          </ac:picMkLst>
        </pc:picChg>
        <pc:picChg chg="add mod">
          <ac:chgData name="Gramage_Casado,Martin (MED BDS) BIP-DE-B" userId="99069820-5ef7-45ab-a44b-3df4d3f37a80" providerId="ADAL" clId="{2E0CCE2B-3859-4C85-B70B-89EB7386A836}" dt="2025-09-10T12:06:05.716" v="5860" actId="1076"/>
          <ac:picMkLst>
            <pc:docMk/>
            <pc:sldMk cId="3181456543" sldId="268"/>
            <ac:picMk id="6" creationId="{77925A93-4B92-3DAD-EBE4-A0BE11993CD5}"/>
          </ac:picMkLst>
        </pc:picChg>
        <pc:picChg chg="add del mod">
          <ac:chgData name="Gramage_Casado,Martin (MED BDS) BIP-DE-B" userId="99069820-5ef7-45ab-a44b-3df4d3f37a80" providerId="ADAL" clId="{2E0CCE2B-3859-4C85-B70B-89EB7386A836}" dt="2025-08-26T08:10:55.315" v="1029" actId="478"/>
          <ac:picMkLst>
            <pc:docMk/>
            <pc:sldMk cId="3181456543" sldId="268"/>
            <ac:picMk id="16" creationId="{14008272-97CF-37EF-2B74-DBB84EBC3BF9}"/>
          </ac:picMkLst>
        </pc:picChg>
        <pc:picChg chg="add del mod">
          <ac:chgData name="Gramage_Casado,Martin (MED BDS) BIP-DE-B" userId="99069820-5ef7-45ab-a44b-3df4d3f37a80" providerId="ADAL" clId="{2E0CCE2B-3859-4C85-B70B-89EB7386A836}" dt="2025-08-26T08:09:13.911" v="1010" actId="478"/>
          <ac:picMkLst>
            <pc:docMk/>
            <pc:sldMk cId="3181456543" sldId="268"/>
            <ac:picMk id="18" creationId="{5BCDAD6D-D480-63BF-3A36-7098BC7CA35B}"/>
          </ac:picMkLst>
        </pc:picChg>
        <pc:picChg chg="add del mod">
          <ac:chgData name="Gramage_Casado,Martin (MED BDS) BIP-DE-B" userId="99069820-5ef7-45ab-a44b-3df4d3f37a80" providerId="ADAL" clId="{2E0CCE2B-3859-4C85-B70B-89EB7386A836}" dt="2025-09-02T08:01:29.237" v="3188" actId="478"/>
          <ac:picMkLst>
            <pc:docMk/>
            <pc:sldMk cId="3181456543" sldId="268"/>
            <ac:picMk id="20" creationId="{91426AAC-EAE9-8D4D-E4CD-685FDF8F494A}"/>
          </ac:picMkLst>
        </pc:picChg>
        <pc:picChg chg="add mod">
          <ac:chgData name="Gramage_Casado,Martin (MED BDS) BIP-DE-B" userId="99069820-5ef7-45ab-a44b-3df4d3f37a80" providerId="ADAL" clId="{2E0CCE2B-3859-4C85-B70B-89EB7386A836}" dt="2025-09-10T13:00:33.105" v="6082" actId="1076"/>
          <ac:picMkLst>
            <pc:docMk/>
            <pc:sldMk cId="3181456543" sldId="268"/>
            <ac:picMk id="23" creationId="{DAF5B9D0-648B-313F-3CE2-7A71BFC57E09}"/>
          </ac:picMkLst>
        </pc:picChg>
        <pc:picChg chg="add mod modCrop">
          <ac:chgData name="Gramage_Casado,Martin (MED BDS) BIP-DE-B" userId="99069820-5ef7-45ab-a44b-3df4d3f37a80" providerId="ADAL" clId="{2E0CCE2B-3859-4C85-B70B-89EB7386A836}" dt="2025-09-10T12:59:31.518" v="6078" actId="1076"/>
          <ac:picMkLst>
            <pc:docMk/>
            <pc:sldMk cId="3181456543" sldId="268"/>
            <ac:picMk id="25" creationId="{3D62C935-2B08-7F85-E4B0-BE1D31F24465}"/>
          </ac:picMkLst>
        </pc:picChg>
        <pc:picChg chg="add mod modCrop">
          <ac:chgData name="Gramage_Casado,Martin (MED BDS) BIP-DE-B" userId="99069820-5ef7-45ab-a44b-3df4d3f37a80" providerId="ADAL" clId="{2E0CCE2B-3859-4C85-B70B-89EB7386A836}" dt="2025-09-10T12:59:33.603" v="6079" actId="1076"/>
          <ac:picMkLst>
            <pc:docMk/>
            <pc:sldMk cId="3181456543" sldId="268"/>
            <ac:picMk id="28" creationId="{E5C2A035-CF2A-92EA-E960-E2B20CFCE57B}"/>
          </ac:picMkLst>
        </pc:picChg>
      </pc:sldChg>
      <pc:sldChg chg="addSp delSp modSp add mod modTransition setBg delDesignElem">
        <pc:chgData name="Gramage_Casado,Martin (MED BDS) BIP-DE-B" userId="99069820-5ef7-45ab-a44b-3df4d3f37a80" providerId="ADAL" clId="{2E0CCE2B-3859-4C85-B70B-89EB7386A836}" dt="2025-09-10T13:37:40.609" v="6332"/>
        <pc:sldMkLst>
          <pc:docMk/>
          <pc:sldMk cId="4257206800" sldId="269"/>
        </pc:sldMkLst>
        <pc:spChg chg="mod">
          <ac:chgData name="Gramage_Casado,Martin (MED BDS) BIP-DE-B" userId="99069820-5ef7-45ab-a44b-3df4d3f37a80" providerId="ADAL" clId="{2E0CCE2B-3859-4C85-B70B-89EB7386A836}" dt="2025-08-26T07:10:44.640" v="561" actId="20577"/>
          <ac:spMkLst>
            <pc:docMk/>
            <pc:sldMk cId="4257206800" sldId="269"/>
            <ac:spMk id="2" creationId="{41E530ED-759E-2D0D-8A20-715DBB9B0422}"/>
          </ac:spMkLst>
        </pc:spChg>
        <pc:spChg chg="add del mod">
          <ac:chgData name="Gramage_Casado,Martin (MED BDS) BIP-DE-B" userId="99069820-5ef7-45ab-a44b-3df4d3f37a80" providerId="ADAL" clId="{2E0CCE2B-3859-4C85-B70B-89EB7386A836}" dt="2025-08-26T07:10:54.003" v="564" actId="478"/>
          <ac:spMkLst>
            <pc:docMk/>
            <pc:sldMk cId="4257206800" sldId="269"/>
            <ac:spMk id="4" creationId="{F9380D34-858D-1520-6902-5D81580029ED}"/>
          </ac:spMkLst>
        </pc:spChg>
        <pc:spChg chg="del">
          <ac:chgData name="Gramage_Casado,Martin (MED BDS) BIP-DE-B" userId="99069820-5ef7-45ab-a44b-3df4d3f37a80" providerId="ADAL" clId="{2E0CCE2B-3859-4C85-B70B-89EB7386A836}" dt="2025-08-26T07:10:51.198" v="563" actId="478"/>
          <ac:spMkLst>
            <pc:docMk/>
            <pc:sldMk cId="4257206800" sldId="269"/>
            <ac:spMk id="13" creationId="{7F14C170-CBEB-0501-6F5F-076F0941F809}"/>
          </ac:spMkLst>
        </pc:spChg>
        <pc:spChg chg="del">
          <ac:chgData name="Gramage_Casado,Martin (MED BDS) BIP-DE-B" userId="99069820-5ef7-45ab-a44b-3df4d3f37a80" providerId="ADAL" clId="{2E0CCE2B-3859-4C85-B70B-89EB7386A836}" dt="2025-08-26T07:10:58.938" v="565" actId="478"/>
          <ac:spMkLst>
            <pc:docMk/>
            <pc:sldMk cId="4257206800" sldId="269"/>
            <ac:spMk id="15" creationId="{1145F95E-5F72-C1E4-DBDC-F0006430E3E2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4257206800" sldId="269"/>
            <ac:spMk id="30" creationId="{4AC0CD9D-7610-4620-93B4-798CCD9AB581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4257206800" sldId="269"/>
            <ac:spMk id="33" creationId="{DE4D62F9-188E-4530-84C2-24BDEE4BEB82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4257206800" sldId="269"/>
            <ac:spMk id="34" creationId="{7810E80F-9C89-42DA-AC6A-CA9F6C0FEE1D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4257206800" sldId="269"/>
            <ac:spMk id="35" creationId="{35955B09-6DFD-41EE-8794-648DBC50B39F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4257206800" sldId="269"/>
            <ac:spMk id="36" creationId="{EA1C8458-DBAA-4D00-98AC-E9890360D5F1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4257206800" sldId="269"/>
            <ac:spMk id="37" creationId="{A8D15A26-D50C-4BE5-8A59-321D90248097}"/>
          </ac:spMkLst>
        </pc:spChg>
        <pc:picChg chg="add mod">
          <ac:chgData name="Gramage_Casado,Martin (MED BDS) BIP-DE-B" userId="99069820-5ef7-45ab-a44b-3df4d3f37a80" providerId="ADAL" clId="{2E0CCE2B-3859-4C85-B70B-89EB7386A836}" dt="2025-09-10T13:08:04.787" v="6139" actId="1076"/>
          <ac:picMkLst>
            <pc:docMk/>
            <pc:sldMk cId="4257206800" sldId="269"/>
            <ac:picMk id="4" creationId="{5444494C-2322-23F7-70B6-B8257D67F413}"/>
          </ac:picMkLst>
        </pc:picChg>
        <pc:picChg chg="del">
          <ac:chgData name="Gramage_Casado,Martin (MED BDS) BIP-DE-B" userId="99069820-5ef7-45ab-a44b-3df4d3f37a80" providerId="ADAL" clId="{2E0CCE2B-3859-4C85-B70B-89EB7386A836}" dt="2025-08-26T07:10:48.866" v="562" actId="478"/>
          <ac:picMkLst>
            <pc:docMk/>
            <pc:sldMk cId="4257206800" sldId="269"/>
            <ac:picMk id="6" creationId="{B188B3CB-06C5-8602-BB13-E2C7564E11CB}"/>
          </ac:picMkLst>
        </pc:picChg>
        <pc:picChg chg="add del mod">
          <ac:chgData name="Gramage_Casado,Martin (MED BDS) BIP-DE-B" userId="99069820-5ef7-45ab-a44b-3df4d3f37a80" providerId="ADAL" clId="{2E0CCE2B-3859-4C85-B70B-89EB7386A836}" dt="2025-09-02T12:27:10.037" v="4764" actId="478"/>
          <ac:picMkLst>
            <pc:docMk/>
            <pc:sldMk cId="4257206800" sldId="269"/>
            <ac:picMk id="7" creationId="{DDD0266A-FD21-F5C3-66EA-C6F477DD2809}"/>
          </ac:picMkLst>
        </pc:picChg>
        <pc:picChg chg="del">
          <ac:chgData name="Gramage_Casado,Martin (MED BDS) BIP-DE-B" userId="99069820-5ef7-45ab-a44b-3df4d3f37a80" providerId="ADAL" clId="{2E0CCE2B-3859-4C85-B70B-89EB7386A836}" dt="2025-08-26T07:11:01.141" v="566" actId="478"/>
          <ac:picMkLst>
            <pc:docMk/>
            <pc:sldMk cId="4257206800" sldId="269"/>
            <ac:picMk id="11" creationId="{A16140B9-E2D2-E67B-1542-1464A796FFE9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4257206800" sldId="269"/>
            <ac:picMk id="28" creationId="{41B68C77-138E-4BF7-A276-BD0C78A4219F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4257206800" sldId="269"/>
            <ac:picMk id="29" creationId="{7C268552-D473-46ED-B1B8-422042C4DEF1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4257206800" sldId="269"/>
            <ac:picMk id="31" creationId="{B9238B3E-24AA-439A-B527-6C5DF6D72145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4257206800" sldId="269"/>
            <ac:picMk id="32" creationId="{69F01145-BEA3-4CBF-AA21-10077B948CA8}"/>
          </ac:picMkLst>
        </pc:picChg>
      </pc:sldChg>
      <pc:sldChg chg="addSp delSp modSp add mod modTransition setBg delDesignElem">
        <pc:chgData name="Gramage_Casado,Martin (MED BDS) BIP-DE-B" userId="99069820-5ef7-45ab-a44b-3df4d3f37a80" providerId="ADAL" clId="{2E0CCE2B-3859-4C85-B70B-89EB7386A836}" dt="2025-09-10T13:37:40.609" v="6332"/>
        <pc:sldMkLst>
          <pc:docMk/>
          <pc:sldMk cId="3373314570" sldId="270"/>
        </pc:sldMkLst>
        <pc:spChg chg="mod">
          <ac:chgData name="Gramage_Casado,Martin (MED BDS) BIP-DE-B" userId="99069820-5ef7-45ab-a44b-3df4d3f37a80" providerId="ADAL" clId="{2E0CCE2B-3859-4C85-B70B-89EB7386A836}" dt="2025-09-02T12:29:28.962" v="4771" actId="14100"/>
          <ac:spMkLst>
            <pc:docMk/>
            <pc:sldMk cId="3373314570" sldId="270"/>
            <ac:spMk id="2" creationId="{41E530ED-759E-2D0D-8A20-715DBB9B0422}"/>
          </ac:spMkLst>
        </pc:spChg>
        <pc:spChg chg="add del mod">
          <ac:chgData name="Gramage_Casado,Martin (MED BDS) BIP-DE-B" userId="99069820-5ef7-45ab-a44b-3df4d3f37a80" providerId="ADAL" clId="{2E0CCE2B-3859-4C85-B70B-89EB7386A836}" dt="2025-08-26T07:12:13.883" v="583" actId="478"/>
          <ac:spMkLst>
            <pc:docMk/>
            <pc:sldMk cId="3373314570" sldId="270"/>
            <ac:spMk id="4" creationId="{80709BF9-8203-027C-E427-149B487967B9}"/>
          </ac:spMkLst>
        </pc:spChg>
        <pc:spChg chg="del">
          <ac:chgData name="Gramage_Casado,Martin (MED BDS) BIP-DE-B" userId="99069820-5ef7-45ab-a44b-3df4d3f37a80" providerId="ADAL" clId="{2E0CCE2B-3859-4C85-B70B-89EB7386A836}" dt="2025-08-26T07:12:10.727" v="582" actId="478"/>
          <ac:spMkLst>
            <pc:docMk/>
            <pc:sldMk cId="3373314570" sldId="270"/>
            <ac:spMk id="13" creationId="{7F14C170-CBEB-0501-6F5F-076F0941F809}"/>
          </ac:spMkLst>
        </pc:spChg>
        <pc:spChg chg="del">
          <ac:chgData name="Gramage_Casado,Martin (MED BDS) BIP-DE-B" userId="99069820-5ef7-45ab-a44b-3df4d3f37a80" providerId="ADAL" clId="{2E0CCE2B-3859-4C85-B70B-89EB7386A836}" dt="2025-08-26T07:12:16.302" v="584" actId="478"/>
          <ac:spMkLst>
            <pc:docMk/>
            <pc:sldMk cId="3373314570" sldId="270"/>
            <ac:spMk id="15" creationId="{1145F95E-5F72-C1E4-DBDC-F0006430E3E2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373314570" sldId="270"/>
            <ac:spMk id="30" creationId="{4AC0CD9D-7610-4620-93B4-798CCD9AB581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373314570" sldId="270"/>
            <ac:spMk id="33" creationId="{DE4D62F9-188E-4530-84C2-24BDEE4BEB82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373314570" sldId="270"/>
            <ac:spMk id="34" creationId="{7810E80F-9C89-42DA-AC6A-CA9F6C0FEE1D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373314570" sldId="270"/>
            <ac:spMk id="35" creationId="{35955B09-6DFD-41EE-8794-648DBC50B39F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373314570" sldId="270"/>
            <ac:spMk id="36" creationId="{EA1C8458-DBAA-4D00-98AC-E9890360D5F1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373314570" sldId="270"/>
            <ac:spMk id="37" creationId="{A8D15A26-D50C-4BE5-8A59-321D90248097}"/>
          </ac:spMkLst>
        </pc:spChg>
        <pc:picChg chg="add del mod">
          <ac:chgData name="Gramage_Casado,Martin (MED BDS) BIP-DE-B" userId="99069820-5ef7-45ab-a44b-3df4d3f37a80" providerId="ADAL" clId="{2E0CCE2B-3859-4C85-B70B-89EB7386A836}" dt="2025-09-02T12:26:42.688" v="4756" actId="22"/>
          <ac:picMkLst>
            <pc:docMk/>
            <pc:sldMk cId="3373314570" sldId="270"/>
            <ac:picMk id="4" creationId="{5444494C-2322-23F7-70B6-B8257D67F413}"/>
          </ac:picMkLst>
        </pc:picChg>
        <pc:picChg chg="del">
          <ac:chgData name="Gramage_Casado,Martin (MED BDS) BIP-DE-B" userId="99069820-5ef7-45ab-a44b-3df4d3f37a80" providerId="ADAL" clId="{2E0CCE2B-3859-4C85-B70B-89EB7386A836}" dt="2025-08-26T07:12:08.227" v="581" actId="478"/>
          <ac:picMkLst>
            <pc:docMk/>
            <pc:sldMk cId="3373314570" sldId="270"/>
            <ac:picMk id="6" creationId="{B188B3CB-06C5-8602-BB13-E2C7564E11CB}"/>
          </ac:picMkLst>
        </pc:picChg>
        <pc:picChg chg="add del mod modCrop">
          <ac:chgData name="Gramage_Casado,Martin (MED BDS) BIP-DE-B" userId="99069820-5ef7-45ab-a44b-3df4d3f37a80" providerId="ADAL" clId="{2E0CCE2B-3859-4C85-B70B-89EB7386A836}" dt="2025-09-10T13:08:11.374" v="6141" actId="1076"/>
          <ac:picMkLst>
            <pc:docMk/>
            <pc:sldMk cId="3373314570" sldId="270"/>
            <ac:picMk id="7" creationId="{EE600172-4159-FE50-3132-7106D5E1810D}"/>
          </ac:picMkLst>
        </pc:picChg>
        <pc:picChg chg="del">
          <ac:chgData name="Gramage_Casado,Martin (MED BDS) BIP-DE-B" userId="99069820-5ef7-45ab-a44b-3df4d3f37a80" providerId="ADAL" clId="{2E0CCE2B-3859-4C85-B70B-89EB7386A836}" dt="2025-08-26T07:12:18.061" v="585" actId="478"/>
          <ac:picMkLst>
            <pc:docMk/>
            <pc:sldMk cId="3373314570" sldId="270"/>
            <ac:picMk id="11" creationId="{A16140B9-E2D2-E67B-1542-1464A796FFE9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3373314570" sldId="270"/>
            <ac:picMk id="28" creationId="{41B68C77-138E-4BF7-A276-BD0C78A4219F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3373314570" sldId="270"/>
            <ac:picMk id="29" creationId="{7C268552-D473-46ED-B1B8-422042C4DEF1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3373314570" sldId="270"/>
            <ac:picMk id="31" creationId="{B9238B3E-24AA-439A-B527-6C5DF6D72145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3373314570" sldId="270"/>
            <ac:picMk id="32" creationId="{69F01145-BEA3-4CBF-AA21-10077B948CA8}"/>
          </ac:picMkLst>
        </pc:picChg>
      </pc:sldChg>
      <pc:sldChg chg="addSp delSp modSp add del mod ord modTransition setBg delDesignElem">
        <pc:chgData name="Gramage_Casado,Martin (MED BDS) BIP-DE-B" userId="99069820-5ef7-45ab-a44b-3df4d3f37a80" providerId="ADAL" clId="{2E0CCE2B-3859-4C85-B70B-89EB7386A836}" dt="2025-09-10T14:00:31.980" v="6417" actId="47"/>
        <pc:sldMkLst>
          <pc:docMk/>
          <pc:sldMk cId="1127894458" sldId="271"/>
        </pc:sldMkLst>
        <pc:spChg chg="del mod ord">
          <ac:chgData name="Gramage_Casado,Martin (MED BDS) BIP-DE-B" userId="99069820-5ef7-45ab-a44b-3df4d3f37a80" providerId="ADAL" clId="{2E0CCE2B-3859-4C85-B70B-89EB7386A836}" dt="2025-09-10T13:53:07.320" v="6404" actId="21"/>
          <ac:spMkLst>
            <pc:docMk/>
            <pc:sldMk cId="1127894458" sldId="271"/>
            <ac:spMk id="2" creationId="{5305E73F-D5EB-D6ED-0C51-0DB56FCD31EF}"/>
          </ac:spMkLst>
        </pc:spChg>
        <pc:spChg chg="add mod">
          <ac:chgData name="Gramage_Casado,Martin (MED BDS) BIP-DE-B" userId="99069820-5ef7-45ab-a44b-3df4d3f37a80" providerId="ADAL" clId="{2E0CCE2B-3859-4C85-B70B-89EB7386A836}" dt="2025-09-10T12:35:14.825" v="5945" actId="14100"/>
          <ac:spMkLst>
            <pc:docMk/>
            <pc:sldMk cId="1127894458" sldId="271"/>
            <ac:spMk id="3" creationId="{4E662C08-5873-437E-B945-F066B8DEFAD0}"/>
          </ac:spMkLst>
        </pc:spChg>
        <pc:spChg chg="add mod">
          <ac:chgData name="Gramage_Casado,Martin (MED BDS) BIP-DE-B" userId="99069820-5ef7-45ab-a44b-3df4d3f37a80" providerId="ADAL" clId="{2E0CCE2B-3859-4C85-B70B-89EB7386A836}" dt="2025-09-02T07:35:18.261" v="2791" actId="14100"/>
          <ac:spMkLst>
            <pc:docMk/>
            <pc:sldMk cId="1127894458" sldId="271"/>
            <ac:spMk id="4" creationId="{211408E0-388B-876A-E3F9-E2D342DB0512}"/>
          </ac:spMkLst>
        </pc:spChg>
        <pc:spChg chg="add mod">
          <ac:chgData name="Gramage_Casado,Martin (MED BDS) BIP-DE-B" userId="99069820-5ef7-45ab-a44b-3df4d3f37a80" providerId="ADAL" clId="{2E0CCE2B-3859-4C85-B70B-89EB7386A836}" dt="2025-09-02T07:36:47.997" v="2805" actId="1076"/>
          <ac:spMkLst>
            <pc:docMk/>
            <pc:sldMk cId="1127894458" sldId="271"/>
            <ac:spMk id="5" creationId="{CBF83DA5-9D4B-97AD-547D-3FCF15C1AC91}"/>
          </ac:spMkLst>
        </pc:spChg>
        <pc:spChg chg="add mod">
          <ac:chgData name="Gramage_Casado,Martin (MED BDS) BIP-DE-B" userId="99069820-5ef7-45ab-a44b-3df4d3f37a80" providerId="ADAL" clId="{2E0CCE2B-3859-4C85-B70B-89EB7386A836}" dt="2025-09-10T12:34:58.147" v="5944" actId="14100"/>
          <ac:spMkLst>
            <pc:docMk/>
            <pc:sldMk cId="1127894458" sldId="271"/>
            <ac:spMk id="6" creationId="{C5741736-F08E-A142-0EC5-878081BE7CE8}"/>
          </ac:spMkLst>
        </pc:spChg>
        <pc:spChg chg="add mod">
          <ac:chgData name="Gramage_Casado,Martin (MED BDS) BIP-DE-B" userId="99069820-5ef7-45ab-a44b-3df4d3f37a80" providerId="ADAL" clId="{2E0CCE2B-3859-4C85-B70B-89EB7386A836}" dt="2025-09-02T12:50:00.825" v="5085" actId="20577"/>
          <ac:spMkLst>
            <pc:docMk/>
            <pc:sldMk cId="1127894458" sldId="271"/>
            <ac:spMk id="8" creationId="{871F94A6-FED1-1492-3C44-E2545017033B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13:48:42.108" v="6370" actId="478"/>
          <ac:spMkLst>
            <pc:docMk/>
            <pc:sldMk cId="1127894458" sldId="271"/>
            <ac:spMk id="9" creationId="{B721547F-8BBB-D373-EDB0-31DF48F44869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13:48:40.898" v="6369" actId="478"/>
          <ac:spMkLst>
            <pc:docMk/>
            <pc:sldMk cId="1127894458" sldId="271"/>
            <ac:spMk id="10" creationId="{4AD30DB0-1433-9B8D-FBF5-CA81F7BC154B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13:48:22.380" v="6362" actId="478"/>
          <ac:spMkLst>
            <pc:docMk/>
            <pc:sldMk cId="1127894458" sldId="271"/>
            <ac:spMk id="11" creationId="{1607C5E6-FAB9-F84C-7F77-E3716E3F346C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13:48:39.739" v="6368" actId="478"/>
          <ac:spMkLst>
            <pc:docMk/>
            <pc:sldMk cId="1127894458" sldId="271"/>
            <ac:spMk id="12" creationId="{85C2166A-40C1-FFEC-B3C9-76FFF2AC9D0A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49:03.902" v="6372" actId="478"/>
          <ac:spMkLst>
            <pc:docMk/>
            <pc:sldMk cId="1127894458" sldId="271"/>
            <ac:spMk id="13" creationId="{EC5C2A66-9CFA-CD65-9A1B-EAA1DAE9CB74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49:27.561" v="6374" actId="478"/>
          <ac:spMkLst>
            <pc:docMk/>
            <pc:sldMk cId="1127894458" sldId="271"/>
            <ac:spMk id="14" creationId="{7E1F0C25-1C14-0D1E-9489-3DF0803A80F4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13:53:37.979" v="6407" actId="478"/>
          <ac:spMkLst>
            <pc:docMk/>
            <pc:sldMk cId="1127894458" sldId="271"/>
            <ac:spMk id="15" creationId="{B63488DF-4594-0A1A-7EAD-388C514F4677}"/>
          </ac:spMkLst>
        </pc:spChg>
        <pc:spChg chg="add mod">
          <ac:chgData name="Gramage_Casado,Martin (MED BDS) BIP-DE-B" userId="99069820-5ef7-45ab-a44b-3df4d3f37a80" providerId="ADAL" clId="{2E0CCE2B-3859-4C85-B70B-89EB7386A836}" dt="2025-09-10T13:53:07.320" v="6404" actId="21"/>
          <ac:spMkLst>
            <pc:docMk/>
            <pc:sldMk cId="1127894458" sldId="271"/>
            <ac:spMk id="17" creationId="{F87F6B2E-8CDB-31AF-BFA6-5CFA9F43702D}"/>
          </ac:spMkLst>
        </pc:spChg>
        <pc:spChg chg="add mod">
          <ac:chgData name="Gramage_Casado,Martin (MED BDS) BIP-DE-B" userId="99069820-5ef7-45ab-a44b-3df4d3f37a80" providerId="ADAL" clId="{2E0CCE2B-3859-4C85-B70B-89EB7386A836}" dt="2025-09-10T13:53:07.839" v="6405"/>
          <ac:spMkLst>
            <pc:docMk/>
            <pc:sldMk cId="1127894458" sldId="271"/>
            <ac:spMk id="18" creationId="{5305E73F-D5EB-D6ED-0C51-0DB56FCD31EF}"/>
          </ac:spMkLst>
        </pc:spChg>
        <pc:spChg chg="del">
          <ac:chgData name="Gramage_Casado,Martin (MED BDS) BIP-DE-B" userId="99069820-5ef7-45ab-a44b-3df4d3f37a80" providerId="ADAL" clId="{2E0CCE2B-3859-4C85-B70B-89EB7386A836}" dt="2025-08-26T07:15:47.219" v="623" actId="26606"/>
          <ac:spMkLst>
            <pc:docMk/>
            <pc:sldMk cId="1127894458" sldId="271"/>
            <ac:spMk id="94" creationId="{4AC0CD9D-7610-4620-93B4-798CCD9AB581}"/>
          </ac:spMkLst>
        </pc:spChg>
        <pc:spChg chg="del">
          <ac:chgData name="Gramage_Casado,Martin (MED BDS) BIP-DE-B" userId="99069820-5ef7-45ab-a44b-3df4d3f37a80" providerId="ADAL" clId="{2E0CCE2B-3859-4C85-B70B-89EB7386A836}" dt="2025-08-26T07:15:47.219" v="623" actId="26606"/>
          <ac:spMkLst>
            <pc:docMk/>
            <pc:sldMk cId="1127894458" sldId="271"/>
            <ac:spMk id="100" creationId="{DE4D62F9-188E-4530-84C2-24BDEE4BEB82}"/>
          </ac:spMkLst>
        </pc:spChg>
        <pc:spChg chg="del">
          <ac:chgData name="Gramage_Casado,Martin (MED BDS) BIP-DE-B" userId="99069820-5ef7-45ab-a44b-3df4d3f37a80" providerId="ADAL" clId="{2E0CCE2B-3859-4C85-B70B-89EB7386A836}" dt="2025-08-26T07:15:47.219" v="623" actId="26606"/>
          <ac:spMkLst>
            <pc:docMk/>
            <pc:sldMk cId="1127894458" sldId="271"/>
            <ac:spMk id="102" creationId="{D27CF008-4B18-436D-B2D5-C1346C12438E}"/>
          </ac:spMkLst>
        </pc:spChg>
        <pc:spChg chg="del">
          <ac:chgData name="Gramage_Casado,Martin (MED BDS) BIP-DE-B" userId="99069820-5ef7-45ab-a44b-3df4d3f37a80" providerId="ADAL" clId="{2E0CCE2B-3859-4C85-B70B-89EB7386A836}" dt="2025-08-26T07:15:47.219" v="623" actId="26606"/>
          <ac:spMkLst>
            <pc:docMk/>
            <pc:sldMk cId="1127894458" sldId="271"/>
            <ac:spMk id="104" creationId="{CE22DAD8-5F67-4B73-ADA9-06EF381F7AD6}"/>
          </ac:spMkLst>
        </pc:spChg>
        <pc:spChg chg="del">
          <ac:chgData name="Gramage_Casado,Martin (MED BDS) BIP-DE-B" userId="99069820-5ef7-45ab-a44b-3df4d3f37a80" providerId="ADAL" clId="{2E0CCE2B-3859-4C85-B70B-89EB7386A836}" dt="2025-08-26T07:15:47.219" v="623" actId="26606"/>
          <ac:spMkLst>
            <pc:docMk/>
            <pc:sldMk cId="1127894458" sldId="271"/>
            <ac:spMk id="106" creationId="{E4F17063-EDA4-417B-946F-BA357F3B390D}"/>
          </ac:spMkLst>
        </pc:spChg>
        <pc:spChg chg="del">
          <ac:chgData name="Gramage_Casado,Martin (MED BDS) BIP-DE-B" userId="99069820-5ef7-45ab-a44b-3df4d3f37a80" providerId="ADAL" clId="{2E0CCE2B-3859-4C85-B70B-89EB7386A836}" dt="2025-08-26T07:15:47.219" v="623" actId="26606"/>
          <ac:spMkLst>
            <pc:docMk/>
            <pc:sldMk cId="1127894458" sldId="271"/>
            <ac:spMk id="108" creationId="{D36F3EEA-55D4-4677-80E7-92D00B8F343B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127894458" sldId="271"/>
            <ac:spMk id="117" creationId="{4AC0CD9D-7610-4620-93B4-798CCD9AB581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127894458" sldId="271"/>
            <ac:spMk id="123" creationId="{DE4D62F9-188E-4530-84C2-24BDEE4BEB82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127894458" sldId="271"/>
            <ac:spMk id="125" creationId="{D27CF008-4B18-436D-B2D5-C1346C12438E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127894458" sldId="271"/>
            <ac:spMk id="127" creationId="{CE22DAD8-5F67-4B73-ADA9-06EF381F7AD6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127894458" sldId="271"/>
            <ac:spMk id="129" creationId="{E4F17063-EDA4-417B-946F-BA357F3B390D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127894458" sldId="271"/>
            <ac:spMk id="131" creationId="{D36F3EEA-55D4-4677-80E7-92D00B8F343B}"/>
          </ac:spMkLst>
        </pc:spChg>
        <pc:picChg chg="del">
          <ac:chgData name="Gramage_Casado,Martin (MED BDS) BIP-DE-B" userId="99069820-5ef7-45ab-a44b-3df4d3f37a80" providerId="ADAL" clId="{2E0CCE2B-3859-4C85-B70B-89EB7386A836}" dt="2025-08-26T07:13:42.441" v="610" actId="478"/>
          <ac:picMkLst>
            <pc:docMk/>
            <pc:sldMk cId="1127894458" sldId="271"/>
            <ac:picMk id="4" creationId="{BB4D6315-93D7-A8CF-9F63-EA922C9554A7}"/>
          </ac:picMkLst>
        </pc:picChg>
        <pc:picChg chg="add del mod">
          <ac:chgData name="Gramage_Casado,Martin (MED BDS) BIP-DE-B" userId="99069820-5ef7-45ab-a44b-3df4d3f37a80" providerId="ADAL" clId="{2E0CCE2B-3859-4C85-B70B-89EB7386A836}" dt="2025-08-26T07:18:41.817" v="636" actId="478"/>
          <ac:picMkLst>
            <pc:docMk/>
            <pc:sldMk cId="1127894458" sldId="271"/>
            <ac:picMk id="5" creationId="{2F73A309-C1C2-AB0E-B2F4-C5BA83AC467A}"/>
          </ac:picMkLst>
        </pc:picChg>
        <pc:picChg chg="add mod modCrop">
          <ac:chgData name="Gramage_Casado,Martin (MED BDS) BIP-DE-B" userId="99069820-5ef7-45ab-a44b-3df4d3f37a80" providerId="ADAL" clId="{2E0CCE2B-3859-4C85-B70B-89EB7386A836}" dt="2025-09-02T07:35:33.041" v="2793" actId="17032"/>
          <ac:picMkLst>
            <pc:docMk/>
            <pc:sldMk cId="1127894458" sldId="271"/>
            <ac:picMk id="7" creationId="{CDB9637F-CC42-7BC1-1B23-13D2DFFFE4F5}"/>
          </ac:picMkLst>
        </pc:picChg>
        <pc:picChg chg="del">
          <ac:chgData name="Gramage_Casado,Martin (MED BDS) BIP-DE-B" userId="99069820-5ef7-45ab-a44b-3df4d3f37a80" providerId="ADAL" clId="{2E0CCE2B-3859-4C85-B70B-89EB7386A836}" dt="2025-08-26T07:15:47.219" v="623" actId="26606"/>
          <ac:picMkLst>
            <pc:docMk/>
            <pc:sldMk cId="1127894458" sldId="271"/>
            <ac:picMk id="90" creationId="{41B68C77-138E-4BF7-A276-BD0C78A4219F}"/>
          </ac:picMkLst>
        </pc:picChg>
        <pc:picChg chg="del">
          <ac:chgData name="Gramage_Casado,Martin (MED BDS) BIP-DE-B" userId="99069820-5ef7-45ab-a44b-3df4d3f37a80" providerId="ADAL" clId="{2E0CCE2B-3859-4C85-B70B-89EB7386A836}" dt="2025-08-26T07:15:47.219" v="623" actId="26606"/>
          <ac:picMkLst>
            <pc:docMk/>
            <pc:sldMk cId="1127894458" sldId="271"/>
            <ac:picMk id="92" creationId="{7C268552-D473-46ED-B1B8-422042C4DEF1}"/>
          </ac:picMkLst>
        </pc:picChg>
        <pc:picChg chg="del">
          <ac:chgData name="Gramage_Casado,Martin (MED BDS) BIP-DE-B" userId="99069820-5ef7-45ab-a44b-3df4d3f37a80" providerId="ADAL" clId="{2E0CCE2B-3859-4C85-B70B-89EB7386A836}" dt="2025-08-26T07:15:47.219" v="623" actId="26606"/>
          <ac:picMkLst>
            <pc:docMk/>
            <pc:sldMk cId="1127894458" sldId="271"/>
            <ac:picMk id="96" creationId="{B9238B3E-24AA-439A-B527-6C5DF6D72145}"/>
          </ac:picMkLst>
        </pc:picChg>
        <pc:picChg chg="del">
          <ac:chgData name="Gramage_Casado,Martin (MED BDS) BIP-DE-B" userId="99069820-5ef7-45ab-a44b-3df4d3f37a80" providerId="ADAL" clId="{2E0CCE2B-3859-4C85-B70B-89EB7386A836}" dt="2025-08-26T07:15:47.219" v="623" actId="26606"/>
          <ac:picMkLst>
            <pc:docMk/>
            <pc:sldMk cId="1127894458" sldId="271"/>
            <ac:picMk id="98" creationId="{69F01145-BEA3-4CBF-AA21-10077B948CA8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1127894458" sldId="271"/>
            <ac:picMk id="113" creationId="{41B68C77-138E-4BF7-A276-BD0C78A4219F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1127894458" sldId="271"/>
            <ac:picMk id="115" creationId="{7C268552-D473-46ED-B1B8-422042C4DEF1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1127894458" sldId="271"/>
            <ac:picMk id="119" creationId="{B9238B3E-24AA-439A-B527-6C5DF6D72145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1127894458" sldId="271"/>
            <ac:picMk id="121" creationId="{69F01145-BEA3-4CBF-AA21-10077B948CA8}"/>
          </ac:picMkLst>
        </pc:picChg>
      </pc:sldChg>
      <pc:sldChg chg="addSp delSp modSp add mod modTransition setBg modAnim delDesignElem">
        <pc:chgData name="Gramage_Casado,Martin (MED BDS) BIP-DE-B" userId="99069820-5ef7-45ab-a44b-3df4d3f37a80" providerId="ADAL" clId="{2E0CCE2B-3859-4C85-B70B-89EB7386A836}" dt="2025-09-10T13:37:40.609" v="6332"/>
        <pc:sldMkLst>
          <pc:docMk/>
          <pc:sldMk cId="3817983209" sldId="272"/>
        </pc:sldMkLst>
        <pc:spChg chg="mod">
          <ac:chgData name="Gramage_Casado,Martin (MED BDS) BIP-DE-B" userId="99069820-5ef7-45ab-a44b-3df4d3f37a80" providerId="ADAL" clId="{2E0CCE2B-3859-4C85-B70B-89EB7386A836}" dt="2025-09-10T13:02:01.979" v="6090" actId="20577"/>
          <ac:spMkLst>
            <pc:docMk/>
            <pc:sldMk cId="3817983209" sldId="272"/>
            <ac:spMk id="3" creationId="{CF639051-7409-E8E6-302D-7F5C1526A958}"/>
          </ac:spMkLst>
        </pc:spChg>
        <pc:spChg chg="add del mod">
          <ac:chgData name="Gramage_Casado,Martin (MED BDS) BIP-DE-B" userId="99069820-5ef7-45ab-a44b-3df4d3f37a80" providerId="ADAL" clId="{2E0CCE2B-3859-4C85-B70B-89EB7386A836}" dt="2025-09-01T18:46:40.868" v="1366" actId="478"/>
          <ac:spMkLst>
            <pc:docMk/>
            <pc:sldMk cId="3817983209" sldId="272"/>
            <ac:spMk id="7" creationId="{7586DBC9-0080-A205-D8DD-FDD496E2F6A1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817983209" sldId="272"/>
            <ac:spMk id="8" creationId="{052BEFF1-896C-45B1-B02C-96A6A1BC389A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817983209" sldId="272"/>
            <ac:spMk id="10" creationId="{BB237A14-61B1-4C00-A670-5D8D68A8668E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817983209" sldId="272"/>
            <ac:spMk id="12" creationId="{8598F259-6F54-47A3-8D13-1603D786A328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817983209" sldId="272"/>
            <ac:spMk id="14" creationId="{0BA768A8-4FED-4ED8-9E46-6BE72188ECD2}"/>
          </ac:spMkLst>
        </pc:spChg>
        <pc:picChg chg="del">
          <ac:chgData name="Gramage_Casado,Martin (MED BDS) BIP-DE-B" userId="99069820-5ef7-45ab-a44b-3df4d3f37a80" providerId="ADAL" clId="{2E0CCE2B-3859-4C85-B70B-89EB7386A836}" dt="2025-08-26T07:28:27.524" v="728" actId="478"/>
          <ac:picMkLst>
            <pc:docMk/>
            <pc:sldMk cId="3817983209" sldId="272"/>
            <ac:picMk id="5" creationId="{67B5764C-6D38-B739-E22B-F26E08006AA1}"/>
          </ac:picMkLst>
        </pc:picChg>
        <pc:picChg chg="add mod">
          <ac:chgData name="Gramage_Casado,Martin (MED BDS) BIP-DE-B" userId="99069820-5ef7-45ab-a44b-3df4d3f37a80" providerId="ADAL" clId="{2E0CCE2B-3859-4C85-B70B-89EB7386A836}" dt="2025-09-02T08:23:47.676" v="3538" actId="1440"/>
          <ac:picMkLst>
            <pc:docMk/>
            <pc:sldMk cId="3817983209" sldId="272"/>
            <ac:picMk id="5" creationId="{A0FC3705-DECA-423E-B5F2-19B8D411A8C2}"/>
          </ac:picMkLst>
        </pc:picChg>
        <pc:picChg chg="add del mod">
          <ac:chgData name="Gramage_Casado,Martin (MED BDS) BIP-DE-B" userId="99069820-5ef7-45ab-a44b-3df4d3f37a80" providerId="ADAL" clId="{2E0CCE2B-3859-4C85-B70B-89EB7386A836}" dt="2025-09-01T18:46:36.648" v="1365" actId="478"/>
          <ac:picMkLst>
            <pc:docMk/>
            <pc:sldMk cId="3817983209" sldId="272"/>
            <ac:picMk id="6" creationId="{8418CD47-11DD-7CEE-B635-F0F8A93AC830}"/>
          </ac:picMkLst>
        </pc:picChg>
      </pc:sldChg>
      <pc:sldChg chg="addSp delSp modSp add mod modTransition setBg modAnim delDesignElem">
        <pc:chgData name="Gramage_Casado,Martin (MED BDS) BIP-DE-B" userId="99069820-5ef7-45ab-a44b-3df4d3f37a80" providerId="ADAL" clId="{2E0CCE2B-3859-4C85-B70B-89EB7386A836}" dt="2025-09-10T14:42:56.550" v="6598" actId="113"/>
        <pc:sldMkLst>
          <pc:docMk/>
          <pc:sldMk cId="1432276297" sldId="273"/>
        </pc:sldMkLst>
        <pc:spChg chg="add del mod">
          <ac:chgData name="Gramage_Casado,Martin (MED BDS) BIP-DE-B" userId="99069820-5ef7-45ab-a44b-3df4d3f37a80" providerId="ADAL" clId="{2E0CCE2B-3859-4C85-B70B-89EB7386A836}" dt="2025-09-02T08:03:31.174" v="3205" actId="478"/>
          <ac:spMkLst>
            <pc:docMk/>
            <pc:sldMk cId="1432276297" sldId="273"/>
            <ac:spMk id="3" creationId="{0A0F8767-FDD2-5FB9-CE23-40DB1334C8E6}"/>
          </ac:spMkLst>
        </pc:spChg>
        <pc:spChg chg="add mod">
          <ac:chgData name="Gramage_Casado,Martin (MED BDS) BIP-DE-B" userId="99069820-5ef7-45ab-a44b-3df4d3f37a80" providerId="ADAL" clId="{2E0CCE2B-3859-4C85-B70B-89EB7386A836}" dt="2025-09-10T14:42:56.550" v="6598" actId="113"/>
          <ac:spMkLst>
            <pc:docMk/>
            <pc:sldMk cId="1432276297" sldId="273"/>
            <ac:spMk id="4" creationId="{D22FD760-8FD9-0C0D-1812-599F9CC4E4F2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432276297" sldId="273"/>
            <ac:spMk id="8" creationId="{052BEFF1-896C-45B1-B02C-96A6A1BC389A}"/>
          </ac:spMkLst>
        </pc:spChg>
        <pc:spChg chg="mod">
          <ac:chgData name="Gramage_Casado,Martin (MED BDS) BIP-DE-B" userId="99069820-5ef7-45ab-a44b-3df4d3f37a80" providerId="ADAL" clId="{2E0CCE2B-3859-4C85-B70B-89EB7386A836}" dt="2025-09-10T09:09:54.821" v="5483" actId="255"/>
          <ac:spMkLst>
            <pc:docMk/>
            <pc:sldMk cId="1432276297" sldId="273"/>
            <ac:spMk id="9" creationId="{F7E7DB4F-393E-3436-BE27-81D9814F7D3F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432276297" sldId="273"/>
            <ac:spMk id="10" creationId="{BB237A14-61B1-4C00-A670-5D8D68A8668E}"/>
          </ac:spMkLst>
        </pc:spChg>
        <pc:spChg chg="del">
          <ac:chgData name="Gramage_Casado,Martin (MED BDS) BIP-DE-B" userId="99069820-5ef7-45ab-a44b-3df4d3f37a80" providerId="ADAL" clId="{2E0CCE2B-3859-4C85-B70B-89EB7386A836}" dt="2025-08-26T08:46:33.173" v="1296" actId="478"/>
          <ac:spMkLst>
            <pc:docMk/>
            <pc:sldMk cId="1432276297" sldId="273"/>
            <ac:spMk id="11" creationId="{0547AB4D-3342-DEF1-C896-5807162A112A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432276297" sldId="273"/>
            <ac:spMk id="12" creationId="{8598F259-6F54-47A3-8D13-1603D786A328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432276297" sldId="273"/>
            <ac:spMk id="14" creationId="{0BA768A8-4FED-4ED8-9E46-6BE72188ECD2}"/>
          </ac:spMkLst>
        </pc:spChg>
        <pc:picChg chg="add del mod">
          <ac:chgData name="Gramage_Casado,Martin (MED BDS) BIP-DE-B" userId="99069820-5ef7-45ab-a44b-3df4d3f37a80" providerId="ADAL" clId="{2E0CCE2B-3859-4C85-B70B-89EB7386A836}" dt="2025-08-26T08:47:29.855" v="1305" actId="478"/>
          <ac:picMkLst>
            <pc:docMk/>
            <pc:sldMk cId="1432276297" sldId="273"/>
            <ac:picMk id="5" creationId="{B63CC291-82C4-7937-4588-FF027DCE8295}"/>
          </ac:picMkLst>
        </pc:picChg>
        <pc:picChg chg="add mod">
          <ac:chgData name="Gramage_Casado,Martin (MED BDS) BIP-DE-B" userId="99069820-5ef7-45ab-a44b-3df4d3f37a80" providerId="ADAL" clId="{2E0CCE2B-3859-4C85-B70B-89EB7386A836}" dt="2025-09-10T11:40:41.852" v="5763" actId="1076"/>
          <ac:picMkLst>
            <pc:docMk/>
            <pc:sldMk cId="1432276297" sldId="273"/>
            <ac:picMk id="5" creationId="{EE266744-DE0F-B385-5C7A-BD3A7EED2F24}"/>
          </ac:picMkLst>
        </pc:picChg>
        <pc:picChg chg="add mod">
          <ac:chgData name="Gramage_Casado,Martin (MED BDS) BIP-DE-B" userId="99069820-5ef7-45ab-a44b-3df4d3f37a80" providerId="ADAL" clId="{2E0CCE2B-3859-4C85-B70B-89EB7386A836}" dt="2025-09-10T09:10:48.005" v="5486" actId="13822"/>
          <ac:picMkLst>
            <pc:docMk/>
            <pc:sldMk cId="1432276297" sldId="273"/>
            <ac:picMk id="7" creationId="{A8836E53-D647-28E1-CEC6-360AD656EB4A}"/>
          </ac:picMkLst>
        </pc:picChg>
        <pc:picChg chg="add del mod">
          <ac:chgData name="Gramage_Casado,Martin (MED BDS) BIP-DE-B" userId="99069820-5ef7-45ab-a44b-3df4d3f37a80" providerId="ADAL" clId="{2E0CCE2B-3859-4C85-B70B-89EB7386A836}" dt="2025-09-02T08:03:32.274" v="3206" actId="478"/>
          <ac:picMkLst>
            <pc:docMk/>
            <pc:sldMk cId="1432276297" sldId="273"/>
            <ac:picMk id="7" creationId="{F7FF22CB-C5BE-12AD-BA74-06D2727493D6}"/>
          </ac:picMkLst>
        </pc:picChg>
        <pc:picChg chg="add mod">
          <ac:chgData name="Gramage_Casado,Martin (MED BDS) BIP-DE-B" userId="99069820-5ef7-45ab-a44b-3df4d3f37a80" providerId="ADAL" clId="{2E0CCE2B-3859-4C85-B70B-89EB7386A836}" dt="2025-09-10T09:06:38.833" v="5443" actId="1076"/>
          <ac:picMkLst>
            <pc:docMk/>
            <pc:sldMk cId="1432276297" sldId="273"/>
            <ac:picMk id="13" creationId="{7992793A-AA0F-5BBF-8D18-1BFDB12D79CB}"/>
          </ac:picMkLst>
        </pc:picChg>
        <pc:picChg chg="add mod">
          <ac:chgData name="Gramage_Casado,Martin (MED BDS) BIP-DE-B" userId="99069820-5ef7-45ab-a44b-3df4d3f37a80" providerId="ADAL" clId="{2E0CCE2B-3859-4C85-B70B-89EB7386A836}" dt="2025-09-10T09:10:00.794" v="5484" actId="1076"/>
          <ac:picMkLst>
            <pc:docMk/>
            <pc:sldMk cId="1432276297" sldId="273"/>
            <ac:picMk id="16" creationId="{EC4F2C66-FBBC-08D6-58E1-60988481EBBB}"/>
          </ac:picMkLst>
        </pc:picChg>
        <pc:picChg chg="del">
          <ac:chgData name="Gramage_Casado,Martin (MED BDS) BIP-DE-B" userId="99069820-5ef7-45ab-a44b-3df4d3f37a80" providerId="ADAL" clId="{2E0CCE2B-3859-4C85-B70B-89EB7386A836}" dt="2025-08-26T08:43:00.056" v="1083" actId="478"/>
          <ac:picMkLst>
            <pc:docMk/>
            <pc:sldMk cId="1432276297" sldId="273"/>
            <ac:picMk id="20" creationId="{91426AAC-EAE9-8D4D-E4CD-685FDF8F494A}"/>
          </ac:picMkLst>
        </pc:picChg>
        <pc:picChg chg="del">
          <ac:chgData name="Gramage_Casado,Martin (MED BDS) BIP-DE-B" userId="99069820-5ef7-45ab-a44b-3df4d3f37a80" providerId="ADAL" clId="{2E0CCE2B-3859-4C85-B70B-89EB7386A836}" dt="2025-08-26T08:46:35.939" v="1298" actId="478"/>
          <ac:picMkLst>
            <pc:docMk/>
            <pc:sldMk cId="1432276297" sldId="273"/>
            <ac:picMk id="23" creationId="{DAF5B9D0-648B-313F-3CE2-7A71BFC57E09}"/>
          </ac:picMkLst>
        </pc:picChg>
        <pc:picChg chg="del">
          <ac:chgData name="Gramage_Casado,Martin (MED BDS) BIP-DE-B" userId="99069820-5ef7-45ab-a44b-3df4d3f37a80" providerId="ADAL" clId="{2E0CCE2B-3859-4C85-B70B-89EB7386A836}" dt="2025-08-26T08:46:37.414" v="1299" actId="478"/>
          <ac:picMkLst>
            <pc:docMk/>
            <pc:sldMk cId="1432276297" sldId="273"/>
            <ac:picMk id="25" creationId="{3D62C935-2B08-7F85-E4B0-BE1D31F24465}"/>
          </ac:picMkLst>
        </pc:picChg>
        <pc:picChg chg="del">
          <ac:chgData name="Gramage_Casado,Martin (MED BDS) BIP-DE-B" userId="99069820-5ef7-45ab-a44b-3df4d3f37a80" providerId="ADAL" clId="{2E0CCE2B-3859-4C85-B70B-89EB7386A836}" dt="2025-08-26T08:46:34.492" v="1297" actId="478"/>
          <ac:picMkLst>
            <pc:docMk/>
            <pc:sldMk cId="1432276297" sldId="273"/>
            <ac:picMk id="28" creationId="{E5C2A035-CF2A-92EA-E960-E2B20CFCE57B}"/>
          </ac:picMkLst>
        </pc:picChg>
      </pc:sldChg>
      <pc:sldChg chg="addSp delSp modSp add mod modTransition setBg modAnim delDesignElem">
        <pc:chgData name="Gramage_Casado,Martin (MED BDS) BIP-DE-B" userId="99069820-5ef7-45ab-a44b-3df4d3f37a80" providerId="ADAL" clId="{2E0CCE2B-3859-4C85-B70B-89EB7386A836}" dt="2025-09-10T13:37:40.609" v="6332"/>
        <pc:sldMkLst>
          <pc:docMk/>
          <pc:sldMk cId="3911391823" sldId="274"/>
        </pc:sldMkLst>
        <pc:spChg chg="add mod">
          <ac:chgData name="Gramage_Casado,Martin (MED BDS) BIP-DE-B" userId="99069820-5ef7-45ab-a44b-3df4d3f37a80" providerId="ADAL" clId="{2E0CCE2B-3859-4C85-B70B-89EB7386A836}" dt="2025-09-10T13:01:58.298" v="6089" actId="20577"/>
          <ac:spMkLst>
            <pc:docMk/>
            <pc:sldMk cId="3911391823" sldId="274"/>
            <ac:spMk id="3" creationId="{6DBF2BC4-3E7F-F830-6D70-F1E0E3D01579}"/>
          </ac:spMkLst>
        </pc:spChg>
        <pc:spChg chg="del">
          <ac:chgData name="Gramage_Casado,Martin (MED BDS) BIP-DE-B" userId="99069820-5ef7-45ab-a44b-3df4d3f37a80" providerId="ADAL" clId="{2E0CCE2B-3859-4C85-B70B-89EB7386A836}" dt="2025-09-01T18:46:51.119" v="1367" actId="478"/>
          <ac:spMkLst>
            <pc:docMk/>
            <pc:sldMk cId="3911391823" sldId="274"/>
            <ac:spMk id="3" creationId="{CF639051-7409-E8E6-302D-7F5C1526A958}"/>
          </ac:spMkLst>
        </pc:spChg>
        <pc:spChg chg="add mod">
          <ac:chgData name="Gramage_Casado,Martin (MED BDS) BIP-DE-B" userId="99069820-5ef7-45ab-a44b-3df4d3f37a80" providerId="ADAL" clId="{2E0CCE2B-3859-4C85-B70B-89EB7386A836}" dt="2025-09-02T08:24:23.373" v="3539"/>
          <ac:spMkLst>
            <pc:docMk/>
            <pc:sldMk cId="3911391823" sldId="274"/>
            <ac:spMk id="4" creationId="{899370AB-4147-7D4A-6106-115A0D0A8341}"/>
          </ac:spMkLst>
        </pc:spChg>
        <pc:spChg chg="add del mod">
          <ac:chgData name="Gramage_Casado,Martin (MED BDS) BIP-DE-B" userId="99069820-5ef7-45ab-a44b-3df4d3f37a80" providerId="ADAL" clId="{2E0CCE2B-3859-4C85-B70B-89EB7386A836}" dt="2025-09-01T18:46:56.433" v="1368" actId="478"/>
          <ac:spMkLst>
            <pc:docMk/>
            <pc:sldMk cId="3911391823" sldId="274"/>
            <ac:spMk id="5" creationId="{3643FEC4-882F-5696-7545-BE42B39D5535}"/>
          </ac:spMkLst>
        </pc:spChg>
        <pc:spChg chg="mod">
          <ac:chgData name="Gramage_Casado,Martin (MED BDS) BIP-DE-B" userId="99069820-5ef7-45ab-a44b-3df4d3f37a80" providerId="ADAL" clId="{2E0CCE2B-3859-4C85-B70B-89EB7386A836}" dt="2025-09-02T08:25:58.513" v="3551" actId="1076"/>
          <ac:spMkLst>
            <pc:docMk/>
            <pc:sldMk cId="3911391823" sldId="274"/>
            <ac:spMk id="7" creationId="{7586DBC9-0080-A205-D8DD-FDD496E2F6A1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911391823" sldId="274"/>
            <ac:spMk id="8" creationId="{052BEFF1-896C-45B1-B02C-96A6A1BC389A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911391823" sldId="274"/>
            <ac:spMk id="10" creationId="{BB237A14-61B1-4C00-A670-5D8D68A8668E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911391823" sldId="274"/>
            <ac:spMk id="12" creationId="{8598F259-6F54-47A3-8D13-1603D786A328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911391823" sldId="274"/>
            <ac:spMk id="14" creationId="{0BA768A8-4FED-4ED8-9E46-6BE72188ECD2}"/>
          </ac:spMkLst>
        </pc:spChg>
        <pc:picChg chg="mod">
          <ac:chgData name="Gramage_Casado,Martin (MED BDS) BIP-DE-B" userId="99069820-5ef7-45ab-a44b-3df4d3f37a80" providerId="ADAL" clId="{2E0CCE2B-3859-4C85-B70B-89EB7386A836}" dt="2025-09-02T08:26:03.267" v="3553" actId="14100"/>
          <ac:picMkLst>
            <pc:docMk/>
            <pc:sldMk cId="3911391823" sldId="274"/>
            <ac:picMk id="6" creationId="{8418CD47-11DD-7CEE-B635-F0F8A93AC830}"/>
          </ac:picMkLst>
        </pc:picChg>
      </pc:sldChg>
      <pc:sldChg chg="addSp delSp modSp add mod modTransition setBg modAnim delDesignElem">
        <pc:chgData name="Gramage_Casado,Martin (MED BDS) BIP-DE-B" userId="99069820-5ef7-45ab-a44b-3df4d3f37a80" providerId="ADAL" clId="{2E0CCE2B-3859-4C85-B70B-89EB7386A836}" dt="2025-09-10T14:26:24.544" v="6546"/>
        <pc:sldMkLst>
          <pc:docMk/>
          <pc:sldMk cId="1991366846" sldId="275"/>
        </pc:sldMkLst>
        <pc:spChg chg="mod">
          <ac:chgData name="Gramage_Casado,Martin (MED BDS) BIP-DE-B" userId="99069820-5ef7-45ab-a44b-3df4d3f37a80" providerId="ADAL" clId="{2E0CCE2B-3859-4C85-B70B-89EB7386A836}" dt="2025-09-10T08:13:05.425" v="5318" actId="1076"/>
          <ac:spMkLst>
            <pc:docMk/>
            <pc:sldMk cId="1991366846" sldId="275"/>
            <ac:spMk id="3" creationId="{C0E94C8C-8E77-0602-B08C-943457D95FC1}"/>
          </ac:spMkLst>
        </pc:spChg>
        <pc:spChg chg="del">
          <ac:chgData name="Gramage_Casado,Martin (MED BDS) BIP-DE-B" userId="99069820-5ef7-45ab-a44b-3df4d3f37a80" providerId="ADAL" clId="{2E0CCE2B-3859-4C85-B70B-89EB7386A836}" dt="2025-09-02T06:02:03.443" v="1377" actId="478"/>
          <ac:spMkLst>
            <pc:docMk/>
            <pc:sldMk cId="1991366846" sldId="275"/>
            <ac:spMk id="4" creationId="{64FE7A49-F3C9-707F-CDB5-3AA6DEE1AB1A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08:09:43.944" v="5281" actId="21"/>
          <ac:spMkLst>
            <pc:docMk/>
            <pc:sldMk cId="1991366846" sldId="275"/>
            <ac:spMk id="6" creationId="{29B4D3B9-AF90-6C9F-C550-9DC786C60392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08:09:49.339" v="5285" actId="21"/>
          <ac:spMkLst>
            <pc:docMk/>
            <pc:sldMk cId="1991366846" sldId="275"/>
            <ac:spMk id="7" creationId="{C2F3D542-952B-3727-E0EC-A39B2CA06B1D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08:09:40.654" v="5279" actId="21"/>
          <ac:spMkLst>
            <pc:docMk/>
            <pc:sldMk cId="1991366846" sldId="275"/>
            <ac:spMk id="8" creationId="{0B75F7FF-5290-F0EF-EC66-8B34365F78B7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08:09:46.971" v="5283" actId="21"/>
          <ac:spMkLst>
            <pc:docMk/>
            <pc:sldMk cId="1991366846" sldId="275"/>
            <ac:spMk id="9" creationId="{5EDDD1AB-FB61-66DB-5E1C-6040F6DBB95F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991366846" sldId="275"/>
            <ac:spMk id="10" creationId="{B4AAD3FD-83A5-4B89-9F8F-01B8870865BE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991366846" sldId="275"/>
            <ac:spMk id="12" creationId="{61752F1D-FC0F-4103-9584-630E643CCDA6}"/>
          </ac:spMkLst>
        </pc:spChg>
        <pc:spChg chg="add mod">
          <ac:chgData name="Gramage_Casado,Martin (MED BDS) BIP-DE-B" userId="99069820-5ef7-45ab-a44b-3df4d3f37a80" providerId="ADAL" clId="{2E0CCE2B-3859-4C85-B70B-89EB7386A836}" dt="2025-09-10T08:12:56.293" v="5317" actId="1076"/>
          <ac:spMkLst>
            <pc:docMk/>
            <pc:sldMk cId="1991366846" sldId="275"/>
            <ac:spMk id="13" creationId="{43BA7FD0-5351-4EED-12F1-41BBAE0AD313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991366846" sldId="275"/>
            <ac:spMk id="14" creationId="{70151CB7-E7DE-4917-B831-01DF9CE01306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08:09:31.337" v="5274" actId="21"/>
          <ac:spMkLst>
            <pc:docMk/>
            <pc:sldMk cId="1991366846" sldId="275"/>
            <ac:spMk id="15" creationId="{81646976-BB35-E000-9D55-E7BDDB2A8834}"/>
          </ac:spMkLst>
        </pc:spChg>
        <pc:spChg chg="add del mod">
          <ac:chgData name="Gramage_Casado,Martin (MED BDS) BIP-DE-B" userId="99069820-5ef7-45ab-a44b-3df4d3f37a80" providerId="ADAL" clId="{2E0CCE2B-3859-4C85-B70B-89EB7386A836}" dt="2025-09-02T06:35:29.449" v="1968"/>
          <ac:spMkLst>
            <pc:docMk/>
            <pc:sldMk cId="1991366846" sldId="275"/>
            <ac:spMk id="15" creationId="{CA251546-01CA-B6B0-F682-2C8A7409CA46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991366846" sldId="275"/>
            <ac:spMk id="16" creationId="{A92A1116-1C84-41DF-B803-1F7B0883EC82}"/>
          </ac:spMkLst>
        </pc:spChg>
        <pc:spChg chg="add del mod">
          <ac:chgData name="Gramage_Casado,Martin (MED BDS) BIP-DE-B" userId="99069820-5ef7-45ab-a44b-3df4d3f37a80" providerId="ADAL" clId="{2E0CCE2B-3859-4C85-B70B-89EB7386A836}" dt="2025-09-02T06:41:50.119" v="2113" actId="478"/>
          <ac:spMkLst>
            <pc:docMk/>
            <pc:sldMk cId="1991366846" sldId="275"/>
            <ac:spMk id="17" creationId="{4E4D15BB-B05E-7E48-5F67-43B957009C59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08:09:38.263" v="5277" actId="21"/>
          <ac:spMkLst>
            <pc:docMk/>
            <pc:sldMk cId="1991366846" sldId="275"/>
            <ac:spMk id="17" creationId="{51486EB9-C42F-1A04-E96F-41E7CD7D96ED}"/>
          </ac:spMkLst>
        </pc:spChg>
        <pc:spChg chg="add mod">
          <ac:chgData name="Gramage_Casado,Martin (MED BDS) BIP-DE-B" userId="99069820-5ef7-45ab-a44b-3df4d3f37a80" providerId="ADAL" clId="{2E0CCE2B-3859-4C85-B70B-89EB7386A836}" dt="2025-09-10T11:44:47.732" v="5770" actId="1076"/>
          <ac:spMkLst>
            <pc:docMk/>
            <pc:sldMk cId="1991366846" sldId="275"/>
            <ac:spMk id="18" creationId="{EA108BFD-AD0F-43AF-CDD6-477311EB1045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09:27:11.501" v="5561" actId="21"/>
          <ac:spMkLst>
            <pc:docMk/>
            <pc:sldMk cId="1991366846" sldId="275"/>
            <ac:spMk id="21" creationId="{81646976-BB35-E000-9D55-E7BDDB2A8834}"/>
          </ac:spMkLst>
        </pc:spChg>
        <pc:spChg chg="add mod">
          <ac:chgData name="Gramage_Casado,Martin (MED BDS) BIP-DE-B" userId="99069820-5ef7-45ab-a44b-3df4d3f37a80" providerId="ADAL" clId="{2E0CCE2B-3859-4C85-B70B-89EB7386A836}" dt="2025-09-10T08:09:34.048" v="5276"/>
          <ac:spMkLst>
            <pc:docMk/>
            <pc:sldMk cId="1991366846" sldId="275"/>
            <ac:spMk id="22" creationId="{A8B14F82-7137-234D-CD10-5FD85F79E21D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09:27:13.928" v="5563" actId="21"/>
          <ac:spMkLst>
            <pc:docMk/>
            <pc:sldMk cId="1991366846" sldId="275"/>
            <ac:spMk id="23" creationId="{51486EB9-C42F-1A04-E96F-41E7CD7D96ED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09:27:08.880" v="5559" actId="21"/>
          <ac:spMkLst>
            <pc:docMk/>
            <pc:sldMk cId="1991366846" sldId="275"/>
            <ac:spMk id="24" creationId="{0B75F7FF-5290-F0EF-EC66-8B34365F78B7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09:27:16.215" v="5565" actId="21"/>
          <ac:spMkLst>
            <pc:docMk/>
            <pc:sldMk cId="1991366846" sldId="275"/>
            <ac:spMk id="25" creationId="{29B4D3B9-AF90-6C9F-C550-9DC786C60392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09:27:18.411" v="5567" actId="21"/>
          <ac:spMkLst>
            <pc:docMk/>
            <pc:sldMk cId="1991366846" sldId="275"/>
            <ac:spMk id="26" creationId="{5EDDD1AB-FB61-66DB-5E1C-6040F6DBB95F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09:27:20.645" v="5569" actId="21"/>
          <ac:spMkLst>
            <pc:docMk/>
            <pc:sldMk cId="1991366846" sldId="275"/>
            <ac:spMk id="27" creationId="{C2F3D542-952B-3727-E0EC-A39B2CA06B1D}"/>
          </ac:spMkLst>
        </pc:spChg>
        <pc:spChg chg="add mod">
          <ac:chgData name="Gramage_Casado,Martin (MED BDS) BIP-DE-B" userId="99069820-5ef7-45ab-a44b-3df4d3f37a80" providerId="ADAL" clId="{2E0CCE2B-3859-4C85-B70B-89EB7386A836}" dt="2025-09-10T09:27:09.405" v="5560"/>
          <ac:spMkLst>
            <pc:docMk/>
            <pc:sldMk cId="1991366846" sldId="275"/>
            <ac:spMk id="30" creationId="{0B75F7FF-5290-F0EF-EC66-8B34365F78B7}"/>
          </ac:spMkLst>
        </pc:spChg>
        <pc:spChg chg="add mod">
          <ac:chgData name="Gramage_Casado,Martin (MED BDS) BIP-DE-B" userId="99069820-5ef7-45ab-a44b-3df4d3f37a80" providerId="ADAL" clId="{2E0CCE2B-3859-4C85-B70B-89EB7386A836}" dt="2025-09-10T09:27:12.016" v="5562"/>
          <ac:spMkLst>
            <pc:docMk/>
            <pc:sldMk cId="1991366846" sldId="275"/>
            <ac:spMk id="31" creationId="{81646976-BB35-E000-9D55-E7BDDB2A8834}"/>
          </ac:spMkLst>
        </pc:spChg>
        <pc:spChg chg="add mod">
          <ac:chgData name="Gramage_Casado,Martin (MED BDS) BIP-DE-B" userId="99069820-5ef7-45ab-a44b-3df4d3f37a80" providerId="ADAL" clId="{2E0CCE2B-3859-4C85-B70B-89EB7386A836}" dt="2025-09-10T09:27:14.255" v="5564"/>
          <ac:spMkLst>
            <pc:docMk/>
            <pc:sldMk cId="1991366846" sldId="275"/>
            <ac:spMk id="32" creationId="{51486EB9-C42F-1A04-E96F-41E7CD7D96ED}"/>
          </ac:spMkLst>
        </pc:spChg>
        <pc:spChg chg="add mod">
          <ac:chgData name="Gramage_Casado,Martin (MED BDS) BIP-DE-B" userId="99069820-5ef7-45ab-a44b-3df4d3f37a80" providerId="ADAL" clId="{2E0CCE2B-3859-4C85-B70B-89EB7386A836}" dt="2025-09-10T11:45:47.599" v="5775" actId="1076"/>
          <ac:spMkLst>
            <pc:docMk/>
            <pc:sldMk cId="1991366846" sldId="275"/>
            <ac:spMk id="33" creationId="{29B4D3B9-AF90-6C9F-C550-9DC786C60392}"/>
          </ac:spMkLst>
        </pc:spChg>
        <pc:spChg chg="add mod">
          <ac:chgData name="Gramage_Casado,Martin (MED BDS) BIP-DE-B" userId="99069820-5ef7-45ab-a44b-3df4d3f37a80" providerId="ADAL" clId="{2E0CCE2B-3859-4C85-B70B-89EB7386A836}" dt="2025-09-10T11:45:59.164" v="5777" actId="1076"/>
          <ac:spMkLst>
            <pc:docMk/>
            <pc:sldMk cId="1991366846" sldId="275"/>
            <ac:spMk id="34" creationId="{5EDDD1AB-FB61-66DB-5E1C-6040F6DBB95F}"/>
          </ac:spMkLst>
        </pc:spChg>
        <pc:spChg chg="add mod">
          <ac:chgData name="Gramage_Casado,Martin (MED BDS) BIP-DE-B" userId="99069820-5ef7-45ab-a44b-3df4d3f37a80" providerId="ADAL" clId="{2E0CCE2B-3859-4C85-B70B-89EB7386A836}" dt="2025-09-10T11:45:50.602" v="5776" actId="1076"/>
          <ac:spMkLst>
            <pc:docMk/>
            <pc:sldMk cId="1991366846" sldId="275"/>
            <ac:spMk id="35" creationId="{C2F3D542-952B-3727-E0EC-A39B2CA06B1D}"/>
          </ac:spMkLst>
        </pc:spChg>
        <pc:picChg chg="del">
          <ac:chgData name="Gramage_Casado,Martin (MED BDS) BIP-DE-B" userId="99069820-5ef7-45ab-a44b-3df4d3f37a80" providerId="ADAL" clId="{2E0CCE2B-3859-4C85-B70B-89EB7386A836}" dt="2025-09-02T06:02:01.039" v="1376" actId="478"/>
          <ac:picMkLst>
            <pc:docMk/>
            <pc:sldMk cId="1991366846" sldId="275"/>
            <ac:picMk id="5" creationId="{3D3069F9-BD45-316B-4E8E-D3828515B320}"/>
          </ac:picMkLst>
        </pc:picChg>
        <pc:picChg chg="add del mod">
          <ac:chgData name="Gramage_Casado,Martin (MED BDS) BIP-DE-B" userId="99069820-5ef7-45ab-a44b-3df4d3f37a80" providerId="ADAL" clId="{2E0CCE2B-3859-4C85-B70B-89EB7386A836}" dt="2025-09-10T08:09:14.401" v="5269" actId="478"/>
          <ac:picMkLst>
            <pc:docMk/>
            <pc:sldMk cId="1991366846" sldId="275"/>
            <ac:picMk id="5" creationId="{FB2DABB5-BBEF-4231-4279-BD8F4D35F9DE}"/>
          </ac:picMkLst>
        </pc:picChg>
        <pc:picChg chg="add mod">
          <ac:chgData name="Gramage_Casado,Martin (MED BDS) BIP-DE-B" userId="99069820-5ef7-45ab-a44b-3df4d3f37a80" providerId="ADAL" clId="{2E0CCE2B-3859-4C85-B70B-89EB7386A836}" dt="2025-09-02T06:07:46.986" v="1513"/>
          <ac:picMkLst>
            <pc:docMk/>
            <pc:sldMk cId="1991366846" sldId="275"/>
            <ac:picMk id="8" creationId="{C033A1E6-1CB8-45DE-B74A-78E018F1CF52}"/>
          </ac:picMkLst>
        </pc:picChg>
        <pc:picChg chg="del mod">
          <ac:chgData name="Gramage_Casado,Martin (MED BDS) BIP-DE-B" userId="99069820-5ef7-45ab-a44b-3df4d3f37a80" providerId="ADAL" clId="{2E0CCE2B-3859-4C85-B70B-89EB7386A836}" dt="2025-09-10T08:09:12.864" v="5268" actId="478"/>
          <ac:picMkLst>
            <pc:docMk/>
            <pc:sldMk cId="1991366846" sldId="275"/>
            <ac:picMk id="11" creationId="{9D5C16E8-B851-44AC-4EEB-D5461A5BA2D5}"/>
          </ac:picMkLst>
        </pc:picChg>
        <pc:picChg chg="add mod modCrop">
          <ac:chgData name="Gramage_Casado,Martin (MED BDS) BIP-DE-B" userId="99069820-5ef7-45ab-a44b-3df4d3f37a80" providerId="ADAL" clId="{2E0CCE2B-3859-4C85-B70B-89EB7386A836}" dt="2025-09-10T09:26:25.698" v="5554" actId="732"/>
          <ac:picMkLst>
            <pc:docMk/>
            <pc:sldMk cId="1991366846" sldId="275"/>
            <ac:picMk id="20" creationId="{AFBCD65A-E1EB-F402-3819-72433218A29A}"/>
          </ac:picMkLst>
        </pc:picChg>
        <pc:picChg chg="add del mod ord">
          <ac:chgData name="Gramage_Casado,Martin (MED BDS) BIP-DE-B" userId="99069820-5ef7-45ab-a44b-3df4d3f37a80" providerId="ADAL" clId="{2E0CCE2B-3859-4C85-B70B-89EB7386A836}" dt="2025-09-10T09:26:59.867" v="5556" actId="21"/>
          <ac:picMkLst>
            <pc:docMk/>
            <pc:sldMk cId="1991366846" sldId="275"/>
            <ac:picMk id="28" creationId="{53F50774-D76D-83DA-5EA9-4007F32BBD36}"/>
          </ac:picMkLst>
        </pc:picChg>
        <pc:picChg chg="add mod modCrop">
          <ac:chgData name="Gramage_Casado,Martin (MED BDS) BIP-DE-B" userId="99069820-5ef7-45ab-a44b-3df4d3f37a80" providerId="ADAL" clId="{2E0CCE2B-3859-4C85-B70B-89EB7386A836}" dt="2025-09-10T11:45:22.417" v="5771" actId="1076"/>
          <ac:picMkLst>
            <pc:docMk/>
            <pc:sldMk cId="1991366846" sldId="275"/>
            <ac:picMk id="29" creationId="{53F50774-D76D-83DA-5EA9-4007F32BBD36}"/>
          </ac:picMkLst>
        </pc:picChg>
      </pc:sldChg>
      <pc:sldChg chg="addSp delSp modSp add mod modTransition setBg modAnim delDesignElem">
        <pc:chgData name="Gramage_Casado,Martin (MED BDS) BIP-DE-B" userId="99069820-5ef7-45ab-a44b-3df4d3f37a80" providerId="ADAL" clId="{2E0CCE2B-3859-4C85-B70B-89EB7386A836}" dt="2025-09-10T13:37:40.609" v="6332"/>
        <pc:sldMkLst>
          <pc:docMk/>
          <pc:sldMk cId="1008804714" sldId="276"/>
        </pc:sldMkLst>
        <pc:spChg chg="del">
          <ac:chgData name="Gramage_Casado,Martin (MED BDS) BIP-DE-B" userId="99069820-5ef7-45ab-a44b-3df4d3f37a80" providerId="ADAL" clId="{2E0CCE2B-3859-4C85-B70B-89EB7386A836}" dt="2025-09-02T06:22:10.307" v="1793" actId="478"/>
          <ac:spMkLst>
            <pc:docMk/>
            <pc:sldMk cId="1008804714" sldId="276"/>
            <ac:spMk id="3" creationId="{C0E94C8C-8E77-0602-B08C-943457D95FC1}"/>
          </ac:spMkLst>
        </pc:spChg>
        <pc:spChg chg="add del mod">
          <ac:chgData name="Gramage_Casado,Martin (MED BDS) BIP-DE-B" userId="99069820-5ef7-45ab-a44b-3df4d3f37a80" providerId="ADAL" clId="{2E0CCE2B-3859-4C85-B70B-89EB7386A836}" dt="2025-09-02T06:22:12.128" v="1794" actId="478"/>
          <ac:spMkLst>
            <pc:docMk/>
            <pc:sldMk cId="1008804714" sldId="276"/>
            <ac:spMk id="5" creationId="{24E915CF-4D1B-21CC-99C9-E26668738CD4}"/>
          </ac:spMkLst>
        </pc:spChg>
        <pc:spChg chg="del">
          <ac:chgData name="Gramage_Casado,Martin (MED BDS) BIP-DE-B" userId="99069820-5ef7-45ab-a44b-3df4d3f37a80" providerId="ADAL" clId="{2E0CCE2B-3859-4C85-B70B-89EB7386A836}" dt="2025-09-02T06:22:06.395" v="1791" actId="478"/>
          <ac:spMkLst>
            <pc:docMk/>
            <pc:sldMk cId="1008804714" sldId="276"/>
            <ac:spMk id="6" creationId="{29B4D3B9-AF90-6C9F-C550-9DC786C60392}"/>
          </ac:spMkLst>
        </pc:spChg>
        <pc:spChg chg="del">
          <ac:chgData name="Gramage_Casado,Martin (MED BDS) BIP-DE-B" userId="99069820-5ef7-45ab-a44b-3df4d3f37a80" providerId="ADAL" clId="{2E0CCE2B-3859-4C85-B70B-89EB7386A836}" dt="2025-09-02T06:22:07.636" v="1792" actId="478"/>
          <ac:spMkLst>
            <pc:docMk/>
            <pc:sldMk cId="1008804714" sldId="276"/>
            <ac:spMk id="7" creationId="{C2F3D542-952B-3727-E0EC-A39B2CA06B1D}"/>
          </ac:spMkLst>
        </pc:spChg>
        <pc:spChg chg="del">
          <ac:chgData name="Gramage_Casado,Martin (MED BDS) BIP-DE-B" userId="99069820-5ef7-45ab-a44b-3df4d3f37a80" providerId="ADAL" clId="{2E0CCE2B-3859-4C85-B70B-89EB7386A836}" dt="2025-09-02T06:22:05.262" v="1790" actId="478"/>
          <ac:spMkLst>
            <pc:docMk/>
            <pc:sldMk cId="1008804714" sldId="276"/>
            <ac:spMk id="9" creationId="{5EDDD1AB-FB61-66DB-5E1C-6040F6DBB95F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008804714" sldId="276"/>
            <ac:spMk id="10" creationId="{B4AAD3FD-83A5-4B89-9F8F-01B8870865BE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008804714" sldId="276"/>
            <ac:spMk id="12" creationId="{61752F1D-FC0F-4103-9584-630E643CCDA6}"/>
          </ac:spMkLst>
        </pc:spChg>
        <pc:spChg chg="mod">
          <ac:chgData name="Gramage_Casado,Martin (MED BDS) BIP-DE-B" userId="99069820-5ef7-45ab-a44b-3df4d3f37a80" providerId="ADAL" clId="{2E0CCE2B-3859-4C85-B70B-89EB7386A836}" dt="2025-09-02T06:48:49.031" v="2213" actId="20577"/>
          <ac:spMkLst>
            <pc:docMk/>
            <pc:sldMk cId="1008804714" sldId="276"/>
            <ac:spMk id="13" creationId="{43BA7FD0-5351-4EED-12F1-41BBAE0AD313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008804714" sldId="276"/>
            <ac:spMk id="14" creationId="{70151CB7-E7DE-4917-B831-01DF9CE01306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1008804714" sldId="276"/>
            <ac:spMk id="16" creationId="{A92A1116-1C84-41DF-B803-1F7B0883EC82}"/>
          </ac:spMkLst>
        </pc:spChg>
        <pc:spChg chg="add mod">
          <ac:chgData name="Gramage_Casado,Martin (MED BDS) BIP-DE-B" userId="99069820-5ef7-45ab-a44b-3df4d3f37a80" providerId="ADAL" clId="{2E0CCE2B-3859-4C85-B70B-89EB7386A836}" dt="2025-09-02T06:23:40.089" v="1805"/>
          <ac:spMkLst>
            <pc:docMk/>
            <pc:sldMk cId="1008804714" sldId="276"/>
            <ac:spMk id="19" creationId="{6B66E91B-4895-971A-1BF4-679F8CB7631C}"/>
          </ac:spMkLst>
        </pc:spChg>
        <pc:picChg chg="del">
          <ac:chgData name="Gramage_Casado,Martin (MED BDS) BIP-DE-B" userId="99069820-5ef7-45ab-a44b-3df4d3f37a80" providerId="ADAL" clId="{2E0CCE2B-3859-4C85-B70B-89EB7386A836}" dt="2025-09-02T06:22:03.801" v="1789" actId="478"/>
          <ac:picMkLst>
            <pc:docMk/>
            <pc:sldMk cId="1008804714" sldId="276"/>
            <ac:picMk id="11" creationId="{9D5C16E8-B851-44AC-4EEB-D5461A5BA2D5}"/>
          </ac:picMkLst>
        </pc:picChg>
        <pc:picChg chg="add del mod">
          <ac:chgData name="Gramage_Casado,Martin (MED BDS) BIP-DE-B" userId="99069820-5ef7-45ab-a44b-3df4d3f37a80" providerId="ADAL" clId="{2E0CCE2B-3859-4C85-B70B-89EB7386A836}" dt="2025-09-02T06:23:10.073" v="1800" actId="22"/>
          <ac:picMkLst>
            <pc:docMk/>
            <pc:sldMk cId="1008804714" sldId="276"/>
            <ac:picMk id="15" creationId="{9D6966EE-8C6E-8C9E-ECDA-B15170BE686A}"/>
          </ac:picMkLst>
        </pc:picChg>
        <pc:picChg chg="add mod">
          <ac:chgData name="Gramage_Casado,Martin (MED BDS) BIP-DE-B" userId="99069820-5ef7-45ab-a44b-3df4d3f37a80" providerId="ADAL" clId="{2E0CCE2B-3859-4C85-B70B-89EB7386A836}" dt="2025-09-02T06:25:02.978" v="1867" actId="1076"/>
          <ac:picMkLst>
            <pc:docMk/>
            <pc:sldMk cId="1008804714" sldId="276"/>
            <ac:picMk id="18" creationId="{BFEFE1F8-6126-20BD-367A-49E0273D9CB8}"/>
          </ac:picMkLst>
        </pc:picChg>
        <pc:picChg chg="add del mod">
          <ac:chgData name="Gramage_Casado,Martin (MED BDS) BIP-DE-B" userId="99069820-5ef7-45ab-a44b-3df4d3f37a80" providerId="ADAL" clId="{2E0CCE2B-3859-4C85-B70B-89EB7386A836}" dt="2025-09-02T07:01:26.558" v="2373" actId="478"/>
          <ac:picMkLst>
            <pc:docMk/>
            <pc:sldMk cId="1008804714" sldId="276"/>
            <ac:picMk id="21" creationId="{0856DDBD-050B-C9EE-20C4-A8292E9BA0DA}"/>
          </ac:picMkLst>
        </pc:picChg>
      </pc:sldChg>
      <pc:sldChg chg="add del">
        <pc:chgData name="Gramage_Casado,Martin (MED BDS) BIP-DE-B" userId="99069820-5ef7-45ab-a44b-3df4d3f37a80" providerId="ADAL" clId="{2E0CCE2B-3859-4C85-B70B-89EB7386A836}" dt="2025-09-02T06:18:55.727" v="1770" actId="47"/>
        <pc:sldMkLst>
          <pc:docMk/>
          <pc:sldMk cId="1321293257" sldId="276"/>
        </pc:sldMkLst>
      </pc:sldChg>
      <pc:sldChg chg="addSp delSp modSp add mod setBg modAnim delDesignElem">
        <pc:chgData name="Gramage_Casado,Martin (MED BDS) BIP-DE-B" userId="99069820-5ef7-45ab-a44b-3df4d3f37a80" providerId="ADAL" clId="{2E0CCE2B-3859-4C85-B70B-89EB7386A836}" dt="2025-09-10T13:37:40.609" v="6332"/>
        <pc:sldMkLst>
          <pc:docMk/>
          <pc:sldMk cId="4070300660" sldId="277"/>
        </pc:sldMkLst>
        <pc:spChg chg="add mod">
          <ac:chgData name="Gramage_Casado,Martin (MED BDS) BIP-DE-B" userId="99069820-5ef7-45ab-a44b-3df4d3f37a80" providerId="ADAL" clId="{2E0CCE2B-3859-4C85-B70B-89EB7386A836}" dt="2025-09-10T09:55:49.443" v="5681"/>
          <ac:spMkLst>
            <pc:docMk/>
            <pc:sldMk cId="4070300660" sldId="277"/>
            <ac:spMk id="3" creationId="{ACE861DA-57CD-7C6B-9634-92DBF56FED6C}"/>
          </ac:spMkLst>
        </pc:spChg>
        <pc:spChg chg="del">
          <ac:chgData name="Gramage_Casado,Martin (MED BDS) BIP-DE-B" userId="99069820-5ef7-45ab-a44b-3df4d3f37a80" providerId="ADAL" clId="{2E0CCE2B-3859-4C85-B70B-89EB7386A836}" dt="2025-09-02T06:30:35.448" v="1913" actId="478"/>
          <ac:spMkLst>
            <pc:docMk/>
            <pc:sldMk cId="4070300660" sldId="277"/>
            <ac:spMk id="3" creationId="{B548D86C-48AA-BCB5-AF8D-17FA1C7E0C7F}"/>
          </ac:spMkLst>
        </pc:spChg>
        <pc:spChg chg="add mod">
          <ac:chgData name="Gramage_Casado,Martin (MED BDS) BIP-DE-B" userId="99069820-5ef7-45ab-a44b-3df4d3f37a80" providerId="ADAL" clId="{2E0CCE2B-3859-4C85-B70B-89EB7386A836}" dt="2025-09-10T11:34:50.981" v="5744" actId="1076"/>
          <ac:spMkLst>
            <pc:docMk/>
            <pc:sldMk cId="4070300660" sldId="277"/>
            <ac:spMk id="4" creationId="{4D92872F-CAFD-C84F-6E00-D3784ADBB15C}"/>
          </ac:spMkLst>
        </pc:spChg>
        <pc:spChg chg="del mod">
          <ac:chgData name="Gramage_Casado,Martin (MED BDS) BIP-DE-B" userId="99069820-5ef7-45ab-a44b-3df4d3f37a80" providerId="ADAL" clId="{2E0CCE2B-3859-4C85-B70B-89EB7386A836}" dt="2025-09-02T07:28:59.295" v="2627" actId="478"/>
          <ac:spMkLst>
            <pc:docMk/>
            <pc:sldMk cId="4070300660" sldId="277"/>
            <ac:spMk id="6" creationId="{35674203-41F6-8771-F150-7C007C7099D0}"/>
          </ac:spMkLst>
        </pc:spChg>
        <pc:spChg chg="add del mod">
          <ac:chgData name="Gramage_Casado,Martin (MED BDS) BIP-DE-B" userId="99069820-5ef7-45ab-a44b-3df4d3f37a80" providerId="ADAL" clId="{2E0CCE2B-3859-4C85-B70B-89EB7386A836}" dt="2025-09-02T06:30:40.320" v="1914" actId="478"/>
          <ac:spMkLst>
            <pc:docMk/>
            <pc:sldMk cId="4070300660" sldId="277"/>
            <ac:spMk id="7" creationId="{A32512AA-DC70-C08B-C64D-A3393D38335F}"/>
          </ac:spMkLst>
        </pc:spChg>
        <pc:spChg chg="add del mod">
          <ac:chgData name="Gramage_Casado,Martin (MED BDS) BIP-DE-B" userId="99069820-5ef7-45ab-a44b-3df4d3f37a80" providerId="ADAL" clId="{2E0CCE2B-3859-4C85-B70B-89EB7386A836}" dt="2025-09-02T07:15:01.629" v="2513" actId="478"/>
          <ac:spMkLst>
            <pc:docMk/>
            <pc:sldMk cId="4070300660" sldId="277"/>
            <ac:spMk id="8" creationId="{B45FFF69-7368-4004-F26D-60B9552E0473}"/>
          </ac:spMkLst>
        </pc:spChg>
        <pc:spChg chg="add mod">
          <ac:chgData name="Gramage_Casado,Martin (MED BDS) BIP-DE-B" userId="99069820-5ef7-45ab-a44b-3df4d3f37a80" providerId="ADAL" clId="{2E0CCE2B-3859-4C85-B70B-89EB7386A836}" dt="2025-09-02T07:15:02.289" v="2514"/>
          <ac:spMkLst>
            <pc:docMk/>
            <pc:sldMk cId="4070300660" sldId="277"/>
            <ac:spMk id="9" creationId="{734BEB29-2D6F-CBCA-821C-B6FF1CB43A37}"/>
          </ac:spMkLst>
        </pc:spChg>
        <pc:spChg chg="add mod">
          <ac:chgData name="Gramage_Casado,Martin (MED BDS) BIP-DE-B" userId="99069820-5ef7-45ab-a44b-3df4d3f37a80" providerId="ADAL" clId="{2E0CCE2B-3859-4C85-B70B-89EB7386A836}" dt="2025-09-10T13:01:39.644" v="6086" actId="20577"/>
          <ac:spMkLst>
            <pc:docMk/>
            <pc:sldMk cId="4070300660" sldId="277"/>
            <ac:spMk id="10" creationId="{28D38491-17A8-452D-463E-B25F9B7C50BF}"/>
          </ac:spMkLst>
        </pc:spChg>
        <pc:spChg chg="add mod">
          <ac:chgData name="Gramage_Casado,Martin (MED BDS) BIP-DE-B" userId="99069820-5ef7-45ab-a44b-3df4d3f37a80" providerId="ADAL" clId="{2E0CCE2B-3859-4C85-B70B-89EB7386A836}" dt="2025-09-02T08:46:22.990" v="3830" actId="14100"/>
          <ac:spMkLst>
            <pc:docMk/>
            <pc:sldMk cId="4070300660" sldId="277"/>
            <ac:spMk id="11" creationId="{789F4D66-4964-C44B-0133-1184E0E776F3}"/>
          </ac:spMkLst>
        </pc:spChg>
        <pc:spChg chg="add mod">
          <ac:chgData name="Gramage_Casado,Martin (MED BDS) BIP-DE-B" userId="99069820-5ef7-45ab-a44b-3df4d3f37a80" providerId="ADAL" clId="{2E0CCE2B-3859-4C85-B70B-89EB7386A836}" dt="2025-09-02T08:46:20.527" v="3829" actId="14100"/>
          <ac:spMkLst>
            <pc:docMk/>
            <pc:sldMk cId="4070300660" sldId="277"/>
            <ac:spMk id="12" creationId="{342B2A0C-58F5-B76A-184D-C6DA0EF9F96C}"/>
          </ac:spMkLst>
        </pc:spChg>
        <pc:spChg chg="add mod">
          <ac:chgData name="Gramage_Casado,Martin (MED BDS) BIP-DE-B" userId="99069820-5ef7-45ab-a44b-3df4d3f37a80" providerId="ADAL" clId="{2E0CCE2B-3859-4C85-B70B-89EB7386A836}" dt="2025-09-02T08:46:49.907" v="3834" actId="14100"/>
          <ac:spMkLst>
            <pc:docMk/>
            <pc:sldMk cId="4070300660" sldId="277"/>
            <ac:spMk id="13" creationId="{462A2079-753F-40F4-1320-CEE98A47BC17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4070300660" sldId="277"/>
            <ac:spMk id="22" creationId="{052BEFF1-896C-45B1-B02C-96A6A1BC389A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4070300660" sldId="277"/>
            <ac:spMk id="27" creationId="{BB237A14-61B1-4C00-A670-5D8D68A8668E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4070300660" sldId="277"/>
            <ac:spMk id="29" creationId="{8598F259-6F54-47A3-8D13-1603D786A328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4070300660" sldId="277"/>
            <ac:spMk id="31" creationId="{0BA768A8-4FED-4ED8-9E46-6BE72188ECD2}"/>
          </ac:spMkLst>
        </pc:spChg>
        <pc:spChg chg="del">
          <ac:chgData name="Gramage_Casado,Martin (MED BDS) BIP-DE-B" userId="99069820-5ef7-45ab-a44b-3df4d3f37a80" providerId="ADAL" clId="{2E0CCE2B-3859-4C85-B70B-89EB7386A836}" dt="2025-09-02T06:30:32.899" v="1912" actId="478"/>
          <ac:spMkLst>
            <pc:docMk/>
            <pc:sldMk cId="4070300660" sldId="277"/>
            <ac:spMk id="36" creationId="{8A4C1399-2DEC-F03F-C22D-9CB925934AA0}"/>
          </ac:spMkLst>
        </pc:spChg>
        <pc:picChg chg="del">
          <ac:chgData name="Gramage_Casado,Martin (MED BDS) BIP-DE-B" userId="99069820-5ef7-45ab-a44b-3df4d3f37a80" providerId="ADAL" clId="{2E0CCE2B-3859-4C85-B70B-89EB7386A836}" dt="2025-09-02T06:30:28.093" v="1910" actId="478"/>
          <ac:picMkLst>
            <pc:docMk/>
            <pc:sldMk cId="4070300660" sldId="277"/>
            <ac:picMk id="5" creationId="{88F92F50-839B-9BF3-C037-318F8FBC5576}"/>
          </ac:picMkLst>
        </pc:picChg>
        <pc:picChg chg="mod">
          <ac:chgData name="Gramage_Casado,Martin (MED BDS) BIP-DE-B" userId="99069820-5ef7-45ab-a44b-3df4d3f37a80" providerId="ADAL" clId="{2E0CCE2B-3859-4C85-B70B-89EB7386A836}" dt="2025-09-02T08:47:00.481" v="3836" actId="14100"/>
          <ac:picMkLst>
            <pc:docMk/>
            <pc:sldMk cId="4070300660" sldId="277"/>
            <ac:picMk id="26" creationId="{F40FE861-816A-A82D-28F9-2679470D63A9}"/>
          </ac:picMkLst>
        </pc:picChg>
        <pc:picChg chg="del">
          <ac:chgData name="Gramage_Casado,Martin (MED BDS) BIP-DE-B" userId="99069820-5ef7-45ab-a44b-3df4d3f37a80" providerId="ADAL" clId="{2E0CCE2B-3859-4C85-B70B-89EB7386A836}" dt="2025-09-02T06:30:29.537" v="1911" actId="478"/>
          <ac:picMkLst>
            <pc:docMk/>
            <pc:sldMk cId="4070300660" sldId="277"/>
            <ac:picMk id="33" creationId="{00DE14D4-E18B-C66C-EA31-1ABE36B2D930}"/>
          </ac:picMkLst>
        </pc:picChg>
      </pc:sldChg>
      <pc:sldChg chg="addSp delSp modSp add mod modTransition setBg modAnim delDesignElem">
        <pc:chgData name="Gramage_Casado,Martin (MED BDS) BIP-DE-B" userId="99069820-5ef7-45ab-a44b-3df4d3f37a80" providerId="ADAL" clId="{2E0CCE2B-3859-4C85-B70B-89EB7386A836}" dt="2025-09-10T13:37:40.609" v="6332"/>
        <pc:sldMkLst>
          <pc:docMk/>
          <pc:sldMk cId="4213910403" sldId="278"/>
        </pc:sldMkLst>
        <pc:spChg chg="add mod">
          <ac:chgData name="Gramage_Casado,Martin (MED BDS) BIP-DE-B" userId="99069820-5ef7-45ab-a44b-3df4d3f37a80" providerId="ADAL" clId="{2E0CCE2B-3859-4C85-B70B-89EB7386A836}" dt="2025-09-10T09:55:58.522" v="5683"/>
          <ac:spMkLst>
            <pc:docMk/>
            <pc:sldMk cId="4213910403" sldId="278"/>
            <ac:spMk id="3" creationId="{12B18254-28FB-61E8-5FBD-F995C43C58A1}"/>
          </ac:spMkLst>
        </pc:spChg>
        <pc:spChg chg="del">
          <ac:chgData name="Gramage_Casado,Martin (MED BDS) BIP-DE-B" userId="99069820-5ef7-45ab-a44b-3df4d3f37a80" providerId="ADAL" clId="{2E0CCE2B-3859-4C85-B70B-89EB7386A836}" dt="2025-09-02T06:32:13.763" v="1927" actId="478"/>
          <ac:spMkLst>
            <pc:docMk/>
            <pc:sldMk cId="4213910403" sldId="278"/>
            <ac:spMk id="3" creationId="{B548D86C-48AA-BCB5-AF8D-17FA1C7E0C7F}"/>
          </ac:spMkLst>
        </pc:spChg>
        <pc:spChg chg="del mod">
          <ac:chgData name="Gramage_Casado,Martin (MED BDS) BIP-DE-B" userId="99069820-5ef7-45ab-a44b-3df4d3f37a80" providerId="ADAL" clId="{2E0CCE2B-3859-4C85-B70B-89EB7386A836}" dt="2025-09-02T06:32:29.496" v="1934" actId="478"/>
          <ac:spMkLst>
            <pc:docMk/>
            <pc:sldMk cId="4213910403" sldId="278"/>
            <ac:spMk id="6" creationId="{35674203-41F6-8771-F150-7C007C7099D0}"/>
          </ac:spMkLst>
        </pc:spChg>
        <pc:spChg chg="add del mod">
          <ac:chgData name="Gramage_Casado,Martin (MED BDS) BIP-DE-B" userId="99069820-5ef7-45ab-a44b-3df4d3f37a80" providerId="ADAL" clId="{2E0CCE2B-3859-4C85-B70B-89EB7386A836}" dt="2025-09-02T06:32:31.923" v="1935" actId="478"/>
          <ac:spMkLst>
            <pc:docMk/>
            <pc:sldMk cId="4213910403" sldId="278"/>
            <ac:spMk id="7" creationId="{49D3CEC4-C658-9728-249B-12498B792F0E}"/>
          </ac:spMkLst>
        </pc:spChg>
        <pc:spChg chg="add mod">
          <ac:chgData name="Gramage_Casado,Martin (MED BDS) BIP-DE-B" userId="99069820-5ef7-45ab-a44b-3df4d3f37a80" providerId="ADAL" clId="{2E0CCE2B-3859-4C85-B70B-89EB7386A836}" dt="2025-09-02T07:14:45.868" v="2512" actId="20577"/>
          <ac:spMkLst>
            <pc:docMk/>
            <pc:sldMk cId="4213910403" sldId="278"/>
            <ac:spMk id="8" creationId="{31F1753C-592F-1844-7D3A-1BA6145E3F15}"/>
          </ac:spMkLst>
        </pc:spChg>
        <pc:spChg chg="add mod">
          <ac:chgData name="Gramage_Casado,Martin (MED BDS) BIP-DE-B" userId="99069820-5ef7-45ab-a44b-3df4d3f37a80" providerId="ADAL" clId="{2E0CCE2B-3859-4C85-B70B-89EB7386A836}" dt="2025-09-02T12:17:03.912" v="4585" actId="14100"/>
          <ac:spMkLst>
            <pc:docMk/>
            <pc:sldMk cId="4213910403" sldId="278"/>
            <ac:spMk id="9" creationId="{7A7DFC9D-2287-BCDA-F6C5-D9EFA10F6753}"/>
          </ac:spMkLst>
        </pc:spChg>
        <pc:spChg chg="add mod">
          <ac:chgData name="Gramage_Casado,Martin (MED BDS) BIP-DE-B" userId="99069820-5ef7-45ab-a44b-3df4d3f37a80" providerId="ADAL" clId="{2E0CCE2B-3859-4C85-B70B-89EB7386A836}" dt="2025-09-02T12:17:17.148" v="4587" actId="14100"/>
          <ac:spMkLst>
            <pc:docMk/>
            <pc:sldMk cId="4213910403" sldId="278"/>
            <ac:spMk id="10" creationId="{33BF6938-9D85-149B-8B1D-FB405BB3EA37}"/>
          </ac:spMkLst>
        </pc:spChg>
        <pc:spChg chg="add mod">
          <ac:chgData name="Gramage_Casado,Martin (MED BDS) BIP-DE-B" userId="99069820-5ef7-45ab-a44b-3df4d3f37a80" providerId="ADAL" clId="{2E0CCE2B-3859-4C85-B70B-89EB7386A836}" dt="2025-09-10T11:31:11.213" v="5727" actId="14100"/>
          <ac:spMkLst>
            <pc:docMk/>
            <pc:sldMk cId="4213910403" sldId="278"/>
            <ac:spMk id="11" creationId="{5068B803-FD80-D01B-9187-2F3477C10571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4213910403" sldId="278"/>
            <ac:spMk id="22" creationId="{052BEFF1-896C-45B1-B02C-96A6A1BC389A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4213910403" sldId="278"/>
            <ac:spMk id="27" creationId="{BB237A14-61B1-4C00-A670-5D8D68A8668E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4213910403" sldId="278"/>
            <ac:spMk id="29" creationId="{8598F259-6F54-47A3-8D13-1603D786A328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4213910403" sldId="278"/>
            <ac:spMk id="31" creationId="{0BA768A8-4FED-4ED8-9E46-6BE72188ECD2}"/>
          </ac:spMkLst>
        </pc:spChg>
        <pc:spChg chg="add del mod">
          <ac:chgData name="Gramage_Casado,Martin (MED BDS) BIP-DE-B" userId="99069820-5ef7-45ab-a44b-3df4d3f37a80" providerId="ADAL" clId="{2E0CCE2B-3859-4C85-B70B-89EB7386A836}" dt="2025-09-10T13:01:36.043" v="6085" actId="20577"/>
          <ac:spMkLst>
            <pc:docMk/>
            <pc:sldMk cId="4213910403" sldId="278"/>
            <ac:spMk id="36" creationId="{8A4C1399-2DEC-F03F-C22D-9CB925934AA0}"/>
          </ac:spMkLst>
        </pc:spChg>
        <pc:picChg chg="del">
          <ac:chgData name="Gramage_Casado,Martin (MED BDS) BIP-DE-B" userId="99069820-5ef7-45ab-a44b-3df4d3f37a80" providerId="ADAL" clId="{2E0CCE2B-3859-4C85-B70B-89EB7386A836}" dt="2025-09-02T06:32:10.934" v="1926" actId="478"/>
          <ac:picMkLst>
            <pc:docMk/>
            <pc:sldMk cId="4213910403" sldId="278"/>
            <ac:picMk id="5" creationId="{88F92F50-839B-9BF3-C037-318F8FBC5576}"/>
          </ac:picMkLst>
        </pc:picChg>
        <pc:picChg chg="del">
          <ac:chgData name="Gramage_Casado,Martin (MED BDS) BIP-DE-B" userId="99069820-5ef7-45ab-a44b-3df4d3f37a80" providerId="ADAL" clId="{2E0CCE2B-3859-4C85-B70B-89EB7386A836}" dt="2025-09-02T06:32:09.646" v="1925" actId="478"/>
          <ac:picMkLst>
            <pc:docMk/>
            <pc:sldMk cId="4213910403" sldId="278"/>
            <ac:picMk id="26" creationId="{F40FE861-816A-A82D-28F9-2679470D63A9}"/>
          </ac:picMkLst>
        </pc:picChg>
        <pc:picChg chg="mod modCrop">
          <ac:chgData name="Gramage_Casado,Martin (MED BDS) BIP-DE-B" userId="99069820-5ef7-45ab-a44b-3df4d3f37a80" providerId="ADAL" clId="{2E0CCE2B-3859-4C85-B70B-89EB7386A836}" dt="2025-09-02T06:33:08.364" v="1947" actId="1076"/>
          <ac:picMkLst>
            <pc:docMk/>
            <pc:sldMk cId="4213910403" sldId="278"/>
            <ac:picMk id="33" creationId="{00DE14D4-E18B-C66C-EA31-1ABE36B2D930}"/>
          </ac:picMkLst>
        </pc:picChg>
      </pc:sldChg>
      <pc:sldChg chg="addSp delSp modSp add mod modTransition setBg modAnim delDesignElem">
        <pc:chgData name="Gramage_Casado,Martin (MED BDS) BIP-DE-B" userId="99069820-5ef7-45ab-a44b-3df4d3f37a80" providerId="ADAL" clId="{2E0CCE2B-3859-4C85-B70B-89EB7386A836}" dt="2025-09-10T13:37:40.609" v="6332"/>
        <pc:sldMkLst>
          <pc:docMk/>
          <pc:sldMk cId="3918516029" sldId="279"/>
        </pc:sldMkLst>
        <pc:spChg chg="mod">
          <ac:chgData name="Gramage_Casado,Martin (MED BDS) BIP-DE-B" userId="99069820-5ef7-45ab-a44b-3df4d3f37a80" providerId="ADAL" clId="{2E0CCE2B-3859-4C85-B70B-89EB7386A836}" dt="2025-09-10T13:01:55.013" v="6088" actId="20577"/>
          <ac:spMkLst>
            <pc:docMk/>
            <pc:sldMk cId="3918516029" sldId="279"/>
            <ac:spMk id="3" creationId="{6DBF2BC4-3E7F-F830-6D70-F1E0E3D01579}"/>
          </ac:spMkLst>
        </pc:spChg>
        <pc:spChg chg="del">
          <ac:chgData name="Gramage_Casado,Martin (MED BDS) BIP-DE-B" userId="99069820-5ef7-45ab-a44b-3df4d3f37a80" providerId="ADAL" clId="{2E0CCE2B-3859-4C85-B70B-89EB7386A836}" dt="2025-09-02T07:59:43.516" v="3113" actId="478"/>
          <ac:spMkLst>
            <pc:docMk/>
            <pc:sldMk cId="3918516029" sldId="279"/>
            <ac:spMk id="7" creationId="{7586DBC9-0080-A205-D8DD-FDD496E2F6A1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918516029" sldId="279"/>
            <ac:spMk id="8" creationId="{052BEFF1-896C-45B1-B02C-96A6A1BC389A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918516029" sldId="279"/>
            <ac:spMk id="10" creationId="{BB237A14-61B1-4C00-A670-5D8D68A8668E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918516029" sldId="279"/>
            <ac:spMk id="12" creationId="{8598F259-6F54-47A3-8D13-1603D786A328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918516029" sldId="279"/>
            <ac:spMk id="14" creationId="{0BA768A8-4FED-4ED8-9E46-6BE72188ECD2}"/>
          </ac:spMkLst>
        </pc:spChg>
        <pc:picChg chg="add mod">
          <ac:chgData name="Gramage_Casado,Martin (MED BDS) BIP-DE-B" userId="99069820-5ef7-45ab-a44b-3df4d3f37a80" providerId="ADAL" clId="{2E0CCE2B-3859-4C85-B70B-89EB7386A836}" dt="2025-09-02T08:42:47.109" v="3807" actId="1076"/>
          <ac:picMkLst>
            <pc:docMk/>
            <pc:sldMk cId="3918516029" sldId="279"/>
            <ac:picMk id="5" creationId="{95460632-4761-8868-221B-A067FC8B7CAD}"/>
          </ac:picMkLst>
        </pc:picChg>
        <pc:picChg chg="del">
          <ac:chgData name="Gramage_Casado,Martin (MED BDS) BIP-DE-B" userId="99069820-5ef7-45ab-a44b-3df4d3f37a80" providerId="ADAL" clId="{2E0CCE2B-3859-4C85-B70B-89EB7386A836}" dt="2025-09-02T07:12:36.503" v="2496" actId="478"/>
          <ac:picMkLst>
            <pc:docMk/>
            <pc:sldMk cId="3918516029" sldId="279"/>
            <ac:picMk id="6" creationId="{8418CD47-11DD-7CEE-B635-F0F8A93AC830}"/>
          </ac:picMkLst>
        </pc:picChg>
      </pc:sldChg>
      <pc:sldChg chg="addSp delSp modSp add mod modTransition setBg modAnim delDesignElem">
        <pc:chgData name="Gramage_Casado,Martin (MED BDS) BIP-DE-B" userId="99069820-5ef7-45ab-a44b-3df4d3f37a80" providerId="ADAL" clId="{2E0CCE2B-3859-4C85-B70B-89EB7386A836}" dt="2025-09-10T14:42:39.123" v="6596" actId="113"/>
        <pc:sldMkLst>
          <pc:docMk/>
          <pc:sldMk cId="358381394" sldId="280"/>
        </pc:sldMkLst>
        <pc:spChg chg="mod">
          <ac:chgData name="Gramage_Casado,Martin (MED BDS) BIP-DE-B" userId="99069820-5ef7-45ab-a44b-3df4d3f37a80" providerId="ADAL" clId="{2E0CCE2B-3859-4C85-B70B-89EB7386A836}" dt="2025-09-10T12:18:48.356" v="5894" actId="113"/>
          <ac:spMkLst>
            <pc:docMk/>
            <pc:sldMk cId="358381394" sldId="280"/>
            <ac:spMk id="3" creationId="{0A0F8767-FDD2-5FB9-CE23-40DB1334C8E6}"/>
          </ac:spMkLst>
        </pc:spChg>
        <pc:spChg chg="add del mod">
          <ac:chgData name="Gramage_Casado,Martin (MED BDS) BIP-DE-B" userId="99069820-5ef7-45ab-a44b-3df4d3f37a80" providerId="ADAL" clId="{2E0CCE2B-3859-4C85-B70B-89EB7386A836}" dt="2025-09-02T08:31:26.468" v="3740" actId="478"/>
          <ac:spMkLst>
            <pc:docMk/>
            <pc:sldMk cId="358381394" sldId="280"/>
            <ac:spMk id="4" creationId="{359416B7-10DB-3F10-5D1D-DAFEEBFBD769}"/>
          </ac:spMkLst>
        </pc:spChg>
        <pc:spChg chg="add del mod">
          <ac:chgData name="Gramage_Casado,Martin (MED BDS) BIP-DE-B" userId="99069820-5ef7-45ab-a44b-3df4d3f37a80" providerId="ADAL" clId="{2E0CCE2B-3859-4C85-B70B-89EB7386A836}" dt="2025-09-02T08:10:14.625" v="3336" actId="478"/>
          <ac:spMkLst>
            <pc:docMk/>
            <pc:sldMk cId="358381394" sldId="280"/>
            <ac:spMk id="6" creationId="{8F8DDBAC-864E-60F6-B58A-A844FBAAE57E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58381394" sldId="280"/>
            <ac:spMk id="8" creationId="{052BEFF1-896C-45B1-B02C-96A6A1BC389A}"/>
          </ac:spMkLst>
        </pc:spChg>
        <pc:spChg chg="del">
          <ac:chgData name="Gramage_Casado,Martin (MED BDS) BIP-DE-B" userId="99069820-5ef7-45ab-a44b-3df4d3f37a80" providerId="ADAL" clId="{2E0CCE2B-3859-4C85-B70B-89EB7386A836}" dt="2025-09-02T08:10:10.430" v="3335" actId="478"/>
          <ac:spMkLst>
            <pc:docMk/>
            <pc:sldMk cId="358381394" sldId="280"/>
            <ac:spMk id="9" creationId="{F7E7DB4F-393E-3436-BE27-81D9814F7D3F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58381394" sldId="280"/>
            <ac:spMk id="10" creationId="{BB237A14-61B1-4C00-A670-5D8D68A8668E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58381394" sldId="280"/>
            <ac:spMk id="12" creationId="{8598F259-6F54-47A3-8D13-1603D786A328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58381394" sldId="280"/>
            <ac:spMk id="14" creationId="{0BA768A8-4FED-4ED8-9E46-6BE72188ECD2}"/>
          </ac:spMkLst>
        </pc:spChg>
        <pc:spChg chg="add mod">
          <ac:chgData name="Gramage_Casado,Martin (MED BDS) BIP-DE-B" userId="99069820-5ef7-45ab-a44b-3df4d3f37a80" providerId="ADAL" clId="{2E0CCE2B-3859-4C85-B70B-89EB7386A836}" dt="2025-09-10T14:42:39.123" v="6596" actId="113"/>
          <ac:spMkLst>
            <pc:docMk/>
            <pc:sldMk cId="358381394" sldId="280"/>
            <ac:spMk id="18" creationId="{73B59746-DD09-9342-689E-282A2FF332AB}"/>
          </ac:spMkLst>
        </pc:spChg>
        <pc:spChg chg="add mod">
          <ac:chgData name="Gramage_Casado,Martin (MED BDS) BIP-DE-B" userId="99069820-5ef7-45ab-a44b-3df4d3f37a80" providerId="ADAL" clId="{2E0CCE2B-3859-4C85-B70B-89EB7386A836}" dt="2025-09-02T12:13:57.584" v="4572" actId="14100"/>
          <ac:spMkLst>
            <pc:docMk/>
            <pc:sldMk cId="358381394" sldId="280"/>
            <ac:spMk id="19" creationId="{70FE8AF9-100D-B38E-1080-832FCDDD7B4F}"/>
          </ac:spMkLst>
        </pc:spChg>
        <pc:picChg chg="del mod">
          <ac:chgData name="Gramage_Casado,Martin (MED BDS) BIP-DE-B" userId="99069820-5ef7-45ab-a44b-3df4d3f37a80" providerId="ADAL" clId="{2E0CCE2B-3859-4C85-B70B-89EB7386A836}" dt="2025-09-02T08:14:19.783" v="3364" actId="21"/>
          <ac:picMkLst>
            <pc:docMk/>
            <pc:sldMk cId="358381394" sldId="280"/>
            <ac:picMk id="7" creationId="{F7FF22CB-C5BE-12AD-BA74-06D2727493D6}"/>
          </ac:picMkLst>
        </pc:picChg>
        <pc:picChg chg="add mod">
          <ac:chgData name="Gramage_Casado,Martin (MED BDS) BIP-DE-B" userId="99069820-5ef7-45ab-a44b-3df4d3f37a80" providerId="ADAL" clId="{2E0CCE2B-3859-4C85-B70B-89EB7386A836}" dt="2025-09-10T12:19:21.245" v="5899" actId="1076"/>
          <ac:picMkLst>
            <pc:docMk/>
            <pc:sldMk cId="358381394" sldId="280"/>
            <ac:picMk id="13" creationId="{D7BAB66B-515A-B999-2FEB-E112FB25CA79}"/>
          </ac:picMkLst>
        </pc:picChg>
        <pc:picChg chg="add mod">
          <ac:chgData name="Gramage_Casado,Martin (MED BDS) BIP-DE-B" userId="99069820-5ef7-45ab-a44b-3df4d3f37a80" providerId="ADAL" clId="{2E0CCE2B-3859-4C85-B70B-89EB7386A836}" dt="2025-09-02T12:42:56.423" v="5012" actId="1076"/>
          <ac:picMkLst>
            <pc:docMk/>
            <pc:sldMk cId="358381394" sldId="280"/>
            <ac:picMk id="16" creationId="{34CDB856-62DE-ED1B-8BE1-11D7DFC6B39B}"/>
          </ac:picMkLst>
        </pc:picChg>
        <pc:picChg chg="add del mod">
          <ac:chgData name="Gramage_Casado,Martin (MED BDS) BIP-DE-B" userId="99069820-5ef7-45ab-a44b-3df4d3f37a80" providerId="ADAL" clId="{2E0CCE2B-3859-4C85-B70B-89EB7386A836}" dt="2025-09-02T08:16:56.149" v="3396" actId="21"/>
          <ac:picMkLst>
            <pc:docMk/>
            <pc:sldMk cId="358381394" sldId="280"/>
            <ac:picMk id="17" creationId="{F7FF22CB-C5BE-12AD-BA74-06D2727493D6}"/>
          </ac:picMkLst>
        </pc:picChg>
      </pc:sldChg>
      <pc:sldChg chg="addSp delSp modSp add mod modTransition setBg delDesignElem">
        <pc:chgData name="Gramage_Casado,Martin (MED BDS) BIP-DE-B" userId="99069820-5ef7-45ab-a44b-3df4d3f37a80" providerId="ADAL" clId="{2E0CCE2B-3859-4C85-B70B-89EB7386A836}" dt="2025-09-10T14:43:17.826" v="6600" actId="113"/>
        <pc:sldMkLst>
          <pc:docMk/>
          <pc:sldMk cId="393303322" sldId="281"/>
        </pc:sldMkLst>
        <pc:spChg chg="del">
          <ac:chgData name="Gramage_Casado,Martin (MED BDS) BIP-DE-B" userId="99069820-5ef7-45ab-a44b-3df4d3f37a80" providerId="ADAL" clId="{2E0CCE2B-3859-4C85-B70B-89EB7386A836}" dt="2025-09-02T08:17:10.063" v="3400" actId="478"/>
          <ac:spMkLst>
            <pc:docMk/>
            <pc:sldMk cId="393303322" sldId="281"/>
            <ac:spMk id="3" creationId="{0A0F8767-FDD2-5FB9-CE23-40DB1334C8E6}"/>
          </ac:spMkLst>
        </pc:spChg>
        <pc:spChg chg="del">
          <ac:chgData name="Gramage_Casado,Martin (MED BDS) BIP-DE-B" userId="99069820-5ef7-45ab-a44b-3df4d3f37a80" providerId="ADAL" clId="{2E0CCE2B-3859-4C85-B70B-89EB7386A836}" dt="2025-09-02T08:17:12.642" v="3401" actId="478"/>
          <ac:spMkLst>
            <pc:docMk/>
            <pc:sldMk cId="393303322" sldId="281"/>
            <ac:spMk id="4" creationId="{359416B7-10DB-3F10-5D1D-DAFEEBFBD769}"/>
          </ac:spMkLst>
        </pc:spChg>
        <pc:spChg chg="add del mod">
          <ac:chgData name="Gramage_Casado,Martin (MED BDS) BIP-DE-B" userId="99069820-5ef7-45ab-a44b-3df4d3f37a80" providerId="ADAL" clId="{2E0CCE2B-3859-4C85-B70B-89EB7386A836}" dt="2025-09-02T08:50:45.402" v="3905" actId="478"/>
          <ac:spMkLst>
            <pc:docMk/>
            <pc:sldMk cId="393303322" sldId="281"/>
            <ac:spMk id="5" creationId="{005ABE68-A5DB-22AD-8BDD-D880F631F4A2}"/>
          </ac:spMkLst>
        </pc:spChg>
        <pc:spChg chg="add mod">
          <ac:chgData name="Gramage_Casado,Martin (MED BDS) BIP-DE-B" userId="99069820-5ef7-45ab-a44b-3df4d3f37a80" providerId="ADAL" clId="{2E0CCE2B-3859-4C85-B70B-89EB7386A836}" dt="2025-09-10T14:43:17.826" v="6600" actId="113"/>
          <ac:spMkLst>
            <pc:docMk/>
            <pc:sldMk cId="393303322" sldId="281"/>
            <ac:spMk id="6" creationId="{E279953E-10BF-5139-8B50-23026F8FF227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93303322" sldId="281"/>
            <ac:spMk id="8" creationId="{052BEFF1-896C-45B1-B02C-96A6A1BC389A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93303322" sldId="281"/>
            <ac:spMk id="10" creationId="{BB237A14-61B1-4C00-A670-5D8D68A8668E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93303322" sldId="281"/>
            <ac:spMk id="12" creationId="{8598F259-6F54-47A3-8D13-1603D786A328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93303322" sldId="281"/>
            <ac:spMk id="14" creationId="{0BA768A8-4FED-4ED8-9E46-6BE72188ECD2}"/>
          </ac:spMkLst>
        </pc:spChg>
        <pc:picChg chg="del">
          <ac:chgData name="Gramage_Casado,Martin (MED BDS) BIP-DE-B" userId="99069820-5ef7-45ab-a44b-3df4d3f37a80" providerId="ADAL" clId="{2E0CCE2B-3859-4C85-B70B-89EB7386A836}" dt="2025-09-02T08:17:07.030" v="3399" actId="478"/>
          <ac:picMkLst>
            <pc:docMk/>
            <pc:sldMk cId="393303322" sldId="281"/>
            <ac:picMk id="13" creationId="{D7BAB66B-515A-B999-2FEB-E112FB25CA79}"/>
          </ac:picMkLst>
        </pc:picChg>
        <pc:picChg chg="del">
          <ac:chgData name="Gramage_Casado,Martin (MED BDS) BIP-DE-B" userId="99069820-5ef7-45ab-a44b-3df4d3f37a80" providerId="ADAL" clId="{2E0CCE2B-3859-4C85-B70B-89EB7386A836}" dt="2025-09-02T08:17:05.947" v="3398" actId="478"/>
          <ac:picMkLst>
            <pc:docMk/>
            <pc:sldMk cId="393303322" sldId="281"/>
            <ac:picMk id="16" creationId="{34CDB856-62DE-ED1B-8BE1-11D7DFC6B39B}"/>
          </ac:picMkLst>
        </pc:picChg>
        <pc:picChg chg="add mod">
          <ac:chgData name="Gramage_Casado,Martin (MED BDS) BIP-DE-B" userId="99069820-5ef7-45ab-a44b-3df4d3f37a80" providerId="ADAL" clId="{2E0CCE2B-3859-4C85-B70B-89EB7386A836}" dt="2025-09-02T08:17:42.274" v="3408" actId="1076"/>
          <ac:picMkLst>
            <pc:docMk/>
            <pc:sldMk cId="393303322" sldId="281"/>
            <ac:picMk id="17" creationId="{F7FF22CB-C5BE-12AD-BA74-06D2727493D6}"/>
          </ac:picMkLst>
        </pc:picChg>
      </pc:sldChg>
      <pc:sldChg chg="addSp delSp modSp add mod ord modTransition setBg modAnim delDesignElem">
        <pc:chgData name="Gramage_Casado,Martin (MED BDS) BIP-DE-B" userId="99069820-5ef7-45ab-a44b-3df4d3f37a80" providerId="ADAL" clId="{2E0CCE2B-3859-4C85-B70B-89EB7386A836}" dt="2025-09-10T14:42:47.572" v="6597" actId="113"/>
        <pc:sldMkLst>
          <pc:docMk/>
          <pc:sldMk cId="3257504222" sldId="282"/>
        </pc:sldMkLst>
        <pc:spChg chg="mod">
          <ac:chgData name="Gramage_Casado,Martin (MED BDS) BIP-DE-B" userId="99069820-5ef7-45ab-a44b-3df4d3f37a80" providerId="ADAL" clId="{2E0CCE2B-3859-4C85-B70B-89EB7386A836}" dt="2025-09-10T12:16:58.171" v="5891" actId="113"/>
          <ac:spMkLst>
            <pc:docMk/>
            <pc:sldMk cId="3257504222" sldId="282"/>
            <ac:spMk id="3" creationId="{0A0F8767-FDD2-5FB9-CE23-40DB1334C8E6}"/>
          </ac:spMkLst>
        </pc:spChg>
        <pc:spChg chg="mod">
          <ac:chgData name="Gramage_Casado,Martin (MED BDS) BIP-DE-B" userId="99069820-5ef7-45ab-a44b-3df4d3f37a80" providerId="ADAL" clId="{2E0CCE2B-3859-4C85-B70B-89EB7386A836}" dt="2025-09-10T14:42:47.572" v="6597" actId="113"/>
          <ac:spMkLst>
            <pc:docMk/>
            <pc:sldMk cId="3257504222" sldId="282"/>
            <ac:spMk id="4" creationId="{359416B7-10DB-3F10-5D1D-DAFEEBFBD769}"/>
          </ac:spMkLst>
        </pc:spChg>
        <pc:spChg chg="add del">
          <ac:chgData name="Gramage_Casado,Martin (MED BDS) BIP-DE-B" userId="99069820-5ef7-45ab-a44b-3df4d3f37a80" providerId="ADAL" clId="{2E0CCE2B-3859-4C85-B70B-89EB7386A836}" dt="2025-09-02T08:38:40.033" v="3779" actId="478"/>
          <ac:spMkLst>
            <pc:docMk/>
            <pc:sldMk cId="3257504222" sldId="282"/>
            <ac:spMk id="5" creationId="{8515D46E-17B5-C911-D70D-F182ABC622A6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257504222" sldId="282"/>
            <ac:spMk id="8" creationId="{052BEFF1-896C-45B1-B02C-96A6A1BC389A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257504222" sldId="282"/>
            <ac:spMk id="10" creationId="{BB237A14-61B1-4C00-A670-5D8D68A8668E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257504222" sldId="282"/>
            <ac:spMk id="12" creationId="{8598F259-6F54-47A3-8D13-1603D786A328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257504222" sldId="282"/>
            <ac:spMk id="14" creationId="{0BA768A8-4FED-4ED8-9E46-6BE72188ECD2}"/>
          </ac:spMkLst>
        </pc:spChg>
        <pc:picChg chg="add mod">
          <ac:chgData name="Gramage_Casado,Martin (MED BDS) BIP-DE-B" userId="99069820-5ef7-45ab-a44b-3df4d3f37a80" providerId="ADAL" clId="{2E0CCE2B-3859-4C85-B70B-89EB7386A836}" dt="2025-09-02T08:40:27.465" v="3790" actId="1076"/>
          <ac:picMkLst>
            <pc:docMk/>
            <pc:sldMk cId="3257504222" sldId="282"/>
            <ac:picMk id="7" creationId="{1580A2CF-97AD-BD3F-F8C2-9E4F49BFC676}"/>
          </ac:picMkLst>
        </pc:picChg>
        <pc:picChg chg="add mod">
          <ac:chgData name="Gramage_Casado,Martin (MED BDS) BIP-DE-B" userId="99069820-5ef7-45ab-a44b-3df4d3f37a80" providerId="ADAL" clId="{2E0CCE2B-3859-4C85-B70B-89EB7386A836}" dt="2025-09-02T08:40:50.774" v="3800" actId="692"/>
          <ac:picMkLst>
            <pc:docMk/>
            <pc:sldMk cId="3257504222" sldId="282"/>
            <ac:picMk id="11" creationId="{1E629988-482A-E1DB-ECDC-D9BF098DF0A2}"/>
          </ac:picMkLst>
        </pc:picChg>
        <pc:picChg chg="del">
          <ac:chgData name="Gramage_Casado,Martin (MED BDS) BIP-DE-B" userId="99069820-5ef7-45ab-a44b-3df4d3f37a80" providerId="ADAL" clId="{2E0CCE2B-3859-4C85-B70B-89EB7386A836}" dt="2025-09-02T08:30:18.504" v="3673" actId="478"/>
          <ac:picMkLst>
            <pc:docMk/>
            <pc:sldMk cId="3257504222" sldId="282"/>
            <ac:picMk id="13" creationId="{D7BAB66B-515A-B999-2FEB-E112FB25CA79}"/>
          </ac:picMkLst>
        </pc:picChg>
        <pc:picChg chg="del">
          <ac:chgData name="Gramage_Casado,Martin (MED BDS) BIP-DE-B" userId="99069820-5ef7-45ab-a44b-3df4d3f37a80" providerId="ADAL" clId="{2E0CCE2B-3859-4C85-B70B-89EB7386A836}" dt="2025-09-02T08:30:25.571" v="3691" actId="478"/>
          <ac:picMkLst>
            <pc:docMk/>
            <pc:sldMk cId="3257504222" sldId="282"/>
            <ac:picMk id="16" creationId="{34CDB856-62DE-ED1B-8BE1-11D7DFC6B39B}"/>
          </ac:picMkLst>
        </pc:picChg>
      </pc:sldChg>
      <pc:sldChg chg="addSp delSp modSp add del mod ord modTransition setBg">
        <pc:chgData name="Gramage_Casado,Martin (MED BDS) BIP-DE-B" userId="99069820-5ef7-45ab-a44b-3df4d3f37a80" providerId="ADAL" clId="{2E0CCE2B-3859-4C85-B70B-89EB7386A836}" dt="2025-09-10T13:28:23.713" v="6253" actId="47"/>
        <pc:sldMkLst>
          <pc:docMk/>
          <pc:sldMk cId="2959001361" sldId="283"/>
        </pc:sldMkLst>
        <pc:spChg chg="mod">
          <ac:chgData name="Gramage_Casado,Martin (MED BDS) BIP-DE-B" userId="99069820-5ef7-45ab-a44b-3df4d3f37a80" providerId="ADAL" clId="{2E0CCE2B-3859-4C85-B70B-89EB7386A836}" dt="2025-09-02T12:31:25.685" v="4864" actId="20577"/>
          <ac:spMkLst>
            <pc:docMk/>
            <pc:sldMk cId="2959001361" sldId="283"/>
            <ac:spMk id="2" creationId="{41E530ED-759E-2D0D-8A20-715DBB9B0422}"/>
          </ac:spMkLst>
        </pc:spChg>
        <pc:spChg chg="add mod">
          <ac:chgData name="Gramage_Casado,Martin (MED BDS) BIP-DE-B" userId="99069820-5ef7-45ab-a44b-3df4d3f37a80" providerId="ADAL" clId="{2E0CCE2B-3859-4C85-B70B-89EB7386A836}" dt="2025-09-02T12:44:06.631" v="5016"/>
          <ac:spMkLst>
            <pc:docMk/>
            <pc:sldMk cId="2959001361" sldId="283"/>
            <ac:spMk id="9" creationId="{A7157F20-23DE-A683-8883-AED940DC88C3}"/>
          </ac:spMkLst>
        </pc:spChg>
        <pc:spChg chg="add mod">
          <ac:chgData name="Gramage_Casado,Martin (MED BDS) BIP-DE-B" userId="99069820-5ef7-45ab-a44b-3df4d3f37a80" providerId="ADAL" clId="{2E0CCE2B-3859-4C85-B70B-89EB7386A836}" dt="2025-09-02T12:38:31.848" v="5006" actId="1076"/>
          <ac:spMkLst>
            <pc:docMk/>
            <pc:sldMk cId="2959001361" sldId="283"/>
            <ac:spMk id="10" creationId="{E6E3EE01-6887-E898-9C8B-9E902E9836F2}"/>
          </ac:spMkLst>
        </pc:spChg>
        <pc:picChg chg="add mod">
          <ac:chgData name="Gramage_Casado,Martin (MED BDS) BIP-DE-B" userId="99069820-5ef7-45ab-a44b-3df4d3f37a80" providerId="ADAL" clId="{2E0CCE2B-3859-4C85-B70B-89EB7386A836}" dt="2025-09-02T12:38:34.126" v="5007" actId="1076"/>
          <ac:picMkLst>
            <pc:docMk/>
            <pc:sldMk cId="2959001361" sldId="283"/>
            <ac:picMk id="4" creationId="{2AF4622C-28D8-90BA-51EC-1DF91AF1ED6A}"/>
          </ac:picMkLst>
        </pc:picChg>
        <pc:picChg chg="add mod">
          <ac:chgData name="Gramage_Casado,Martin (MED BDS) BIP-DE-B" userId="99069820-5ef7-45ab-a44b-3df4d3f37a80" providerId="ADAL" clId="{2E0CCE2B-3859-4C85-B70B-89EB7386A836}" dt="2025-09-02T12:38:47.853" v="5010" actId="1076"/>
          <ac:picMkLst>
            <pc:docMk/>
            <pc:sldMk cId="2959001361" sldId="283"/>
            <ac:picMk id="5" creationId="{8A693BBB-82A3-9E4D-C506-CE9DE4C60268}"/>
          </ac:picMkLst>
        </pc:picChg>
        <pc:picChg chg="add mod">
          <ac:chgData name="Gramage_Casado,Martin (MED BDS) BIP-DE-B" userId="99069820-5ef7-45ab-a44b-3df4d3f37a80" providerId="ADAL" clId="{2E0CCE2B-3859-4C85-B70B-89EB7386A836}" dt="2025-09-02T12:38:38.931" v="5008" actId="1076"/>
          <ac:picMkLst>
            <pc:docMk/>
            <pc:sldMk cId="2959001361" sldId="283"/>
            <ac:picMk id="6" creationId="{20FAA38E-8FB4-EFF6-F98D-03FEE4A009C4}"/>
          </ac:picMkLst>
        </pc:picChg>
        <pc:picChg chg="del">
          <ac:chgData name="Gramage_Casado,Martin (MED BDS) BIP-DE-B" userId="99069820-5ef7-45ab-a44b-3df4d3f37a80" providerId="ADAL" clId="{2E0CCE2B-3859-4C85-B70B-89EB7386A836}" dt="2025-09-02T08:53:38.322" v="3920" actId="478"/>
          <ac:picMkLst>
            <pc:docMk/>
            <pc:sldMk cId="2959001361" sldId="283"/>
            <ac:picMk id="7" creationId="{EE600172-4159-FE50-3132-7106D5E1810D}"/>
          </ac:picMkLst>
        </pc:picChg>
        <pc:picChg chg="add mod">
          <ac:chgData name="Gramage_Casado,Martin (MED BDS) BIP-DE-B" userId="99069820-5ef7-45ab-a44b-3df4d3f37a80" providerId="ADAL" clId="{2E0CCE2B-3859-4C85-B70B-89EB7386A836}" dt="2025-09-10T13:14:07.997" v="6163" actId="1076"/>
          <ac:picMkLst>
            <pc:docMk/>
            <pc:sldMk cId="2959001361" sldId="283"/>
            <ac:picMk id="8" creationId="{14E41FB8-E8DE-68AD-68CA-4C24DB0E78F6}"/>
          </ac:picMkLst>
        </pc:picChg>
      </pc:sldChg>
      <pc:sldChg chg="addSp delSp modSp add mod modTransition setBg modAnim delDesignElem">
        <pc:chgData name="Gramage_Casado,Martin (MED BDS) BIP-DE-B" userId="99069820-5ef7-45ab-a44b-3df4d3f37a80" providerId="ADAL" clId="{2E0CCE2B-3859-4C85-B70B-89EB7386A836}" dt="2025-09-10T14:28:48.696" v="6550"/>
        <pc:sldMkLst>
          <pc:docMk/>
          <pc:sldMk cId="3555091474" sldId="284"/>
        </pc:sldMkLst>
        <pc:spChg chg="mod">
          <ac:chgData name="Gramage_Casado,Martin (MED BDS) BIP-DE-B" userId="99069820-5ef7-45ab-a44b-3df4d3f37a80" providerId="ADAL" clId="{2E0CCE2B-3859-4C85-B70B-89EB7386A836}" dt="2025-09-10T13:06:48.010" v="6132" actId="20577"/>
          <ac:spMkLst>
            <pc:docMk/>
            <pc:sldMk cId="3555091474" sldId="284"/>
            <ac:spMk id="13" creationId="{7F14C170-CBEB-0501-6F5F-076F0941F809}"/>
          </ac:spMkLst>
        </pc:spChg>
        <pc:spChg chg="del">
          <ac:chgData name="Gramage_Casado,Martin (MED BDS) BIP-DE-B" userId="99069820-5ef7-45ab-a44b-3df4d3f37a80" providerId="ADAL" clId="{2E0CCE2B-3859-4C85-B70B-89EB7386A836}" dt="2025-09-10T13:03:02.926" v="6094" actId="478"/>
          <ac:spMkLst>
            <pc:docMk/>
            <pc:sldMk cId="3555091474" sldId="284"/>
            <ac:spMk id="15" creationId="{1145F95E-5F72-C1E4-DBDC-F0006430E3E2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555091474" sldId="284"/>
            <ac:spMk id="30" creationId="{4AC0CD9D-7610-4620-93B4-798CCD9AB581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555091474" sldId="284"/>
            <ac:spMk id="33" creationId="{DE4D62F9-188E-4530-84C2-24BDEE4BEB82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555091474" sldId="284"/>
            <ac:spMk id="34" creationId="{7810E80F-9C89-42DA-AC6A-CA9F6C0FEE1D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555091474" sldId="284"/>
            <ac:spMk id="35" creationId="{35955B09-6DFD-41EE-8794-648DBC50B39F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555091474" sldId="284"/>
            <ac:spMk id="36" creationId="{EA1C8458-DBAA-4D00-98AC-E9890360D5F1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555091474" sldId="284"/>
            <ac:spMk id="37" creationId="{A8D15A26-D50C-4BE5-8A59-321D90248097}"/>
          </ac:spMkLst>
        </pc:spChg>
        <pc:picChg chg="mod modCrop">
          <ac:chgData name="Gramage_Casado,Martin (MED BDS) BIP-DE-B" userId="99069820-5ef7-45ab-a44b-3df4d3f37a80" providerId="ADAL" clId="{2E0CCE2B-3859-4C85-B70B-89EB7386A836}" dt="2025-09-10T13:03:58.997" v="6104" actId="1076"/>
          <ac:picMkLst>
            <pc:docMk/>
            <pc:sldMk cId="3555091474" sldId="284"/>
            <ac:picMk id="6" creationId="{B188B3CB-06C5-8602-BB13-E2C7564E11CB}"/>
          </ac:picMkLst>
        </pc:picChg>
        <pc:picChg chg="del">
          <ac:chgData name="Gramage_Casado,Martin (MED BDS) BIP-DE-B" userId="99069820-5ef7-45ab-a44b-3df4d3f37a80" providerId="ADAL" clId="{2E0CCE2B-3859-4C85-B70B-89EB7386A836}" dt="2025-09-10T13:02:59.869" v="6093" actId="478"/>
          <ac:picMkLst>
            <pc:docMk/>
            <pc:sldMk cId="3555091474" sldId="284"/>
            <ac:picMk id="11" creationId="{A16140B9-E2D2-E67B-1542-1464A796FFE9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3555091474" sldId="284"/>
            <ac:picMk id="28" creationId="{41B68C77-138E-4BF7-A276-BD0C78A4219F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3555091474" sldId="284"/>
            <ac:picMk id="29" creationId="{7C268552-D473-46ED-B1B8-422042C4DEF1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3555091474" sldId="284"/>
            <ac:picMk id="31" creationId="{B9238B3E-24AA-439A-B527-6C5DF6D72145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3555091474" sldId="284"/>
            <ac:picMk id="32" creationId="{69F01145-BEA3-4CBF-AA21-10077B948CA8}"/>
          </ac:picMkLst>
        </pc:picChg>
      </pc:sldChg>
      <pc:sldChg chg="addSp delSp modSp add del mod ord modTransition setBg modAnim">
        <pc:chgData name="Gramage_Casado,Martin (MED BDS) BIP-DE-B" userId="99069820-5ef7-45ab-a44b-3df4d3f37a80" providerId="ADAL" clId="{2E0CCE2B-3859-4C85-B70B-89EB7386A836}" dt="2025-09-10T13:26:17.966" v="6206" actId="47"/>
        <pc:sldMkLst>
          <pc:docMk/>
          <pc:sldMk cId="2293668317" sldId="285"/>
        </pc:sldMkLst>
        <pc:spChg chg="mod">
          <ac:chgData name="Gramage_Casado,Martin (MED BDS) BIP-DE-B" userId="99069820-5ef7-45ab-a44b-3df4d3f37a80" providerId="ADAL" clId="{2E0CCE2B-3859-4C85-B70B-89EB7386A836}" dt="2025-09-02T12:31:31.640" v="4876" actId="20577"/>
          <ac:spMkLst>
            <pc:docMk/>
            <pc:sldMk cId="2293668317" sldId="285"/>
            <ac:spMk id="2" creationId="{41E530ED-759E-2D0D-8A20-715DBB9B0422}"/>
          </ac:spMkLst>
        </pc:spChg>
        <pc:spChg chg="del">
          <ac:chgData name="Gramage_Casado,Martin (MED BDS) BIP-DE-B" userId="99069820-5ef7-45ab-a44b-3df4d3f37a80" providerId="ADAL" clId="{2E0CCE2B-3859-4C85-B70B-89EB7386A836}" dt="2025-09-02T12:30:05.369" v="4793" actId="478"/>
          <ac:spMkLst>
            <pc:docMk/>
            <pc:sldMk cId="2293668317" sldId="285"/>
            <ac:spMk id="9" creationId="{A7157F20-23DE-A683-8883-AED940DC88C3}"/>
          </ac:spMkLst>
        </pc:spChg>
        <pc:spChg chg="add mod">
          <ac:chgData name="Gramage_Casado,Martin (MED BDS) BIP-DE-B" userId="99069820-5ef7-45ab-a44b-3df4d3f37a80" providerId="ADAL" clId="{2E0CCE2B-3859-4C85-B70B-89EB7386A836}" dt="2025-09-02T12:35:08.944" v="4970" actId="1076"/>
          <ac:spMkLst>
            <pc:docMk/>
            <pc:sldMk cId="2293668317" sldId="285"/>
            <ac:spMk id="12" creationId="{BF2DF214-FEC6-312E-9B0D-7AE8D72F46BF}"/>
          </ac:spMkLst>
        </pc:spChg>
        <pc:spChg chg="add mod">
          <ac:chgData name="Gramage_Casado,Martin (MED BDS) BIP-DE-B" userId="99069820-5ef7-45ab-a44b-3df4d3f37a80" providerId="ADAL" clId="{2E0CCE2B-3859-4C85-B70B-89EB7386A836}" dt="2025-09-02T12:34:39.342" v="4964" actId="1076"/>
          <ac:spMkLst>
            <pc:docMk/>
            <pc:sldMk cId="2293668317" sldId="285"/>
            <ac:spMk id="13" creationId="{DFB9DDB6-DBE7-C983-AAEF-006A4A7E7BD9}"/>
          </ac:spMkLst>
        </pc:spChg>
        <pc:picChg chg="del">
          <ac:chgData name="Gramage_Casado,Martin (MED BDS) BIP-DE-B" userId="99069820-5ef7-45ab-a44b-3df4d3f37a80" providerId="ADAL" clId="{2E0CCE2B-3859-4C85-B70B-89EB7386A836}" dt="2025-09-02T12:29:58.177" v="4789" actId="478"/>
          <ac:picMkLst>
            <pc:docMk/>
            <pc:sldMk cId="2293668317" sldId="285"/>
            <ac:picMk id="4" creationId="{2AF4622C-28D8-90BA-51EC-1DF91AF1ED6A}"/>
          </ac:picMkLst>
        </pc:picChg>
        <pc:picChg chg="del">
          <ac:chgData name="Gramage_Casado,Martin (MED BDS) BIP-DE-B" userId="99069820-5ef7-45ab-a44b-3df4d3f37a80" providerId="ADAL" clId="{2E0CCE2B-3859-4C85-B70B-89EB7386A836}" dt="2025-09-02T12:30:02.889" v="4792" actId="478"/>
          <ac:picMkLst>
            <pc:docMk/>
            <pc:sldMk cId="2293668317" sldId="285"/>
            <ac:picMk id="5" creationId="{8A693BBB-82A3-9E4D-C506-CE9DE4C60268}"/>
          </ac:picMkLst>
        </pc:picChg>
        <pc:picChg chg="del">
          <ac:chgData name="Gramage_Casado,Martin (MED BDS) BIP-DE-B" userId="99069820-5ef7-45ab-a44b-3df4d3f37a80" providerId="ADAL" clId="{2E0CCE2B-3859-4C85-B70B-89EB7386A836}" dt="2025-09-02T12:30:01.773" v="4791" actId="478"/>
          <ac:picMkLst>
            <pc:docMk/>
            <pc:sldMk cId="2293668317" sldId="285"/>
            <ac:picMk id="6" creationId="{20FAA38E-8FB4-EFF6-F98D-03FEE4A009C4}"/>
          </ac:picMkLst>
        </pc:picChg>
        <pc:picChg chg="add mod">
          <ac:chgData name="Gramage_Casado,Martin (MED BDS) BIP-DE-B" userId="99069820-5ef7-45ab-a44b-3df4d3f37a80" providerId="ADAL" clId="{2E0CCE2B-3859-4C85-B70B-89EB7386A836}" dt="2025-09-02T12:35:06.186" v="4969" actId="1076"/>
          <ac:picMkLst>
            <pc:docMk/>
            <pc:sldMk cId="2293668317" sldId="285"/>
            <ac:picMk id="7" creationId="{204BF8CD-8C38-FCE1-5454-2B85D10FEE8E}"/>
          </ac:picMkLst>
        </pc:picChg>
        <pc:picChg chg="del">
          <ac:chgData name="Gramage_Casado,Martin (MED BDS) BIP-DE-B" userId="99069820-5ef7-45ab-a44b-3df4d3f37a80" providerId="ADAL" clId="{2E0CCE2B-3859-4C85-B70B-89EB7386A836}" dt="2025-09-02T12:30:00.502" v="4790" actId="478"/>
          <ac:picMkLst>
            <pc:docMk/>
            <pc:sldMk cId="2293668317" sldId="285"/>
            <ac:picMk id="8" creationId="{14E41FB8-E8DE-68AD-68CA-4C24DB0E78F6}"/>
          </ac:picMkLst>
        </pc:picChg>
        <pc:picChg chg="add mod">
          <ac:chgData name="Gramage_Casado,Martin (MED BDS) BIP-DE-B" userId="99069820-5ef7-45ab-a44b-3df4d3f37a80" providerId="ADAL" clId="{2E0CCE2B-3859-4C85-B70B-89EB7386A836}" dt="2025-09-02T12:34:59.753" v="4968" actId="1076"/>
          <ac:picMkLst>
            <pc:docMk/>
            <pc:sldMk cId="2293668317" sldId="285"/>
            <ac:picMk id="11" creationId="{3ACC7D57-7592-D13C-7850-B73761E5EE78}"/>
          </ac:picMkLst>
        </pc:picChg>
      </pc:sldChg>
      <pc:sldChg chg="addSp delSp modSp add mod modTransition modAnim delDesignElem">
        <pc:chgData name="Gramage_Casado,Martin (MED BDS) BIP-DE-B" userId="99069820-5ef7-45ab-a44b-3df4d3f37a80" providerId="ADAL" clId="{2E0CCE2B-3859-4C85-B70B-89EB7386A836}" dt="2025-09-10T14:28:43.965" v="6549"/>
        <pc:sldMkLst>
          <pc:docMk/>
          <pc:sldMk cId="2110074960" sldId="286"/>
        </pc:sldMkLst>
        <pc:spChg chg="add del mod">
          <ac:chgData name="Gramage_Casado,Martin (MED BDS) BIP-DE-B" userId="99069820-5ef7-45ab-a44b-3df4d3f37a80" providerId="ADAL" clId="{2E0CCE2B-3859-4C85-B70B-89EB7386A836}" dt="2025-09-10T13:04:10.175" v="6106" actId="478"/>
          <ac:spMkLst>
            <pc:docMk/>
            <pc:sldMk cId="2110074960" sldId="286"/>
            <ac:spMk id="4" creationId="{4E204348-364F-C80A-86FE-89DCB27349BE}"/>
          </ac:spMkLst>
        </pc:spChg>
        <pc:spChg chg="add mod">
          <ac:chgData name="Gramage_Casado,Martin (MED BDS) BIP-DE-B" userId="99069820-5ef7-45ab-a44b-3df4d3f37a80" providerId="ADAL" clId="{2E0CCE2B-3859-4C85-B70B-89EB7386A836}" dt="2025-09-10T13:22:40.871" v="6184" actId="1076"/>
          <ac:spMkLst>
            <pc:docMk/>
            <pc:sldMk cId="2110074960" sldId="286"/>
            <ac:spMk id="5" creationId="{3E741196-A66F-AF93-8C77-CD882CF3AA58}"/>
          </ac:spMkLst>
        </pc:spChg>
        <pc:spChg chg="del">
          <ac:chgData name="Gramage_Casado,Martin (MED BDS) BIP-DE-B" userId="99069820-5ef7-45ab-a44b-3df4d3f37a80" providerId="ADAL" clId="{2E0CCE2B-3859-4C85-B70B-89EB7386A836}" dt="2025-09-10T13:03:24.222" v="6099" actId="478"/>
          <ac:spMkLst>
            <pc:docMk/>
            <pc:sldMk cId="2110074960" sldId="286"/>
            <ac:spMk id="13" creationId="{7F14C170-CBEB-0501-6F5F-076F0941F809}"/>
          </ac:spMkLst>
        </pc:spChg>
        <pc:spChg chg="del mod">
          <ac:chgData name="Gramage_Casado,Martin (MED BDS) BIP-DE-B" userId="99069820-5ef7-45ab-a44b-3df4d3f37a80" providerId="ADAL" clId="{2E0CCE2B-3859-4C85-B70B-89EB7386A836}" dt="2025-09-10T13:05:16.466" v="6117" actId="478"/>
          <ac:spMkLst>
            <pc:docMk/>
            <pc:sldMk cId="2110074960" sldId="286"/>
            <ac:spMk id="15" creationId="{1145F95E-5F72-C1E4-DBDC-F0006430E3E2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2110074960" sldId="286"/>
            <ac:spMk id="30" creationId="{4AC0CD9D-7610-4620-93B4-798CCD9AB581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2110074960" sldId="286"/>
            <ac:spMk id="33" creationId="{DE4D62F9-188E-4530-84C2-24BDEE4BEB82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2110074960" sldId="286"/>
            <ac:spMk id="34" creationId="{7810E80F-9C89-42DA-AC6A-CA9F6C0FEE1D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2110074960" sldId="286"/>
            <ac:spMk id="35" creationId="{35955B09-6DFD-41EE-8794-648DBC50B39F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2110074960" sldId="286"/>
            <ac:spMk id="36" creationId="{EA1C8458-DBAA-4D00-98AC-E9890360D5F1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2110074960" sldId="286"/>
            <ac:spMk id="37" creationId="{A8D15A26-D50C-4BE5-8A59-321D90248097}"/>
          </ac:spMkLst>
        </pc:spChg>
        <pc:picChg chg="del">
          <ac:chgData name="Gramage_Casado,Martin (MED BDS) BIP-DE-B" userId="99069820-5ef7-45ab-a44b-3df4d3f37a80" providerId="ADAL" clId="{2E0CCE2B-3859-4C85-B70B-89EB7386A836}" dt="2025-09-10T13:03:21.094" v="6098" actId="478"/>
          <ac:picMkLst>
            <pc:docMk/>
            <pc:sldMk cId="2110074960" sldId="286"/>
            <ac:picMk id="6" creationId="{B188B3CB-06C5-8602-BB13-E2C7564E11CB}"/>
          </ac:picMkLst>
        </pc:picChg>
        <pc:picChg chg="mod modCrop">
          <ac:chgData name="Gramage_Casado,Martin (MED BDS) BIP-DE-B" userId="99069820-5ef7-45ab-a44b-3df4d3f37a80" providerId="ADAL" clId="{2E0CCE2B-3859-4C85-B70B-89EB7386A836}" dt="2025-09-10T13:07:58.739" v="6137" actId="1076"/>
          <ac:picMkLst>
            <pc:docMk/>
            <pc:sldMk cId="2110074960" sldId="286"/>
            <ac:picMk id="11" creationId="{A16140B9-E2D2-E67B-1542-1464A796FFE9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2110074960" sldId="286"/>
            <ac:picMk id="28" creationId="{41B68C77-138E-4BF7-A276-BD0C78A4219F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2110074960" sldId="286"/>
            <ac:picMk id="29" creationId="{7C268552-D473-46ED-B1B8-422042C4DEF1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2110074960" sldId="286"/>
            <ac:picMk id="31" creationId="{B9238B3E-24AA-439A-B527-6C5DF6D72145}"/>
          </ac:picMkLst>
        </pc:picChg>
        <pc:picChg chg="add del">
          <ac:chgData name="Gramage_Casado,Martin (MED BDS) BIP-DE-B" userId="99069820-5ef7-45ab-a44b-3df4d3f37a80" providerId="ADAL" clId="{2E0CCE2B-3859-4C85-B70B-89EB7386A836}" dt="2025-09-10T13:37:40.609" v="6332"/>
          <ac:picMkLst>
            <pc:docMk/>
            <pc:sldMk cId="2110074960" sldId="286"/>
            <ac:picMk id="32" creationId="{69F01145-BEA3-4CBF-AA21-10077B948CA8}"/>
          </ac:picMkLst>
        </pc:picChg>
      </pc:sldChg>
      <pc:sldChg chg="addSp delSp modSp add mod delAnim modAnim delDesignElem">
        <pc:chgData name="Gramage_Casado,Martin (MED BDS) BIP-DE-B" userId="99069820-5ef7-45ab-a44b-3df4d3f37a80" providerId="ADAL" clId="{2E0CCE2B-3859-4C85-B70B-89EB7386A836}" dt="2025-09-10T13:37:40.609" v="6332"/>
        <pc:sldMkLst>
          <pc:docMk/>
          <pc:sldMk cId="765516651" sldId="287"/>
        </pc:sldMkLst>
        <pc:spChg chg="mod">
          <ac:chgData name="Gramage_Casado,Martin (MED BDS) BIP-DE-B" userId="99069820-5ef7-45ab-a44b-3df4d3f37a80" providerId="ADAL" clId="{2E0CCE2B-3859-4C85-B70B-89EB7386A836}" dt="2025-09-10T13:26:56.585" v="6224" actId="20577"/>
          <ac:spMkLst>
            <pc:docMk/>
            <pc:sldMk cId="765516651" sldId="287"/>
            <ac:spMk id="2" creationId="{41E530ED-759E-2D0D-8A20-715DBB9B0422}"/>
          </ac:spMkLst>
        </pc:spChg>
        <pc:spChg chg="add mod">
          <ac:chgData name="Gramage_Casado,Martin (MED BDS) BIP-DE-B" userId="99069820-5ef7-45ab-a44b-3df4d3f37a80" providerId="ADAL" clId="{2E0CCE2B-3859-4C85-B70B-89EB7386A836}" dt="2025-09-10T13:24:11.834" v="6195" actId="1076"/>
          <ac:spMkLst>
            <pc:docMk/>
            <pc:sldMk cId="765516651" sldId="287"/>
            <ac:spMk id="4" creationId="{3860667F-1F98-0FB2-3DA8-B5B75CCAEBAF}"/>
          </ac:spMkLst>
        </pc:spChg>
        <pc:spChg chg="add mod">
          <ac:chgData name="Gramage_Casado,Martin (MED BDS) BIP-DE-B" userId="99069820-5ef7-45ab-a44b-3df4d3f37a80" providerId="ADAL" clId="{2E0CCE2B-3859-4C85-B70B-89EB7386A836}" dt="2025-09-10T13:24:34.070" v="6199" actId="1076"/>
          <ac:spMkLst>
            <pc:docMk/>
            <pc:sldMk cId="765516651" sldId="287"/>
            <ac:spMk id="6" creationId="{330F08EE-94C5-6BD9-66B7-B8F78FE259CE}"/>
          </ac:spMkLst>
        </pc:spChg>
        <pc:spChg chg="del mod">
          <ac:chgData name="Gramage_Casado,Martin (MED BDS) BIP-DE-B" userId="99069820-5ef7-45ab-a44b-3df4d3f37a80" providerId="ADAL" clId="{2E0CCE2B-3859-4C85-B70B-89EB7386A836}" dt="2025-09-10T13:23:51.164" v="6191" actId="478"/>
          <ac:spMkLst>
            <pc:docMk/>
            <pc:sldMk cId="765516651" sldId="287"/>
            <ac:spMk id="12" creationId="{BF2DF214-FEC6-312E-9B0D-7AE8D72F46BF}"/>
          </ac:spMkLst>
        </pc:spChg>
        <pc:spChg chg="del mod">
          <ac:chgData name="Gramage_Casado,Martin (MED BDS) BIP-DE-B" userId="99069820-5ef7-45ab-a44b-3df4d3f37a80" providerId="ADAL" clId="{2E0CCE2B-3859-4C85-B70B-89EB7386A836}" dt="2025-09-10T13:23:48.443" v="6189" actId="478"/>
          <ac:spMkLst>
            <pc:docMk/>
            <pc:sldMk cId="765516651" sldId="287"/>
            <ac:spMk id="13" creationId="{DFB9DDB6-DBE7-C983-AAEF-006A4A7E7BD9}"/>
          </ac:spMkLst>
        </pc:spChg>
        <pc:spChg chg="del">
          <ac:chgData name="Gramage_Casado,Martin (MED BDS) BIP-DE-B" userId="99069820-5ef7-45ab-a44b-3df4d3f37a80" providerId="ADAL" clId="{2E0CCE2B-3859-4C85-B70B-89EB7386A836}" dt="2025-09-10T13:23:41.746" v="6188" actId="26606"/>
          <ac:spMkLst>
            <pc:docMk/>
            <pc:sldMk cId="765516651" sldId="287"/>
            <ac:spMk id="30" creationId="{4AC0CD9D-7610-4620-93B4-798CCD9AB581}"/>
          </ac:spMkLst>
        </pc:spChg>
        <pc:spChg chg="del">
          <ac:chgData name="Gramage_Casado,Martin (MED BDS) BIP-DE-B" userId="99069820-5ef7-45ab-a44b-3df4d3f37a80" providerId="ADAL" clId="{2E0CCE2B-3859-4C85-B70B-89EB7386A836}" dt="2025-09-10T13:23:41.746" v="6188" actId="26606"/>
          <ac:spMkLst>
            <pc:docMk/>
            <pc:sldMk cId="765516651" sldId="287"/>
            <ac:spMk id="33" creationId="{DE4D62F9-188E-4530-84C2-24BDEE4BEB82}"/>
          </ac:spMkLst>
        </pc:spChg>
        <pc:spChg chg="del">
          <ac:chgData name="Gramage_Casado,Martin (MED BDS) BIP-DE-B" userId="99069820-5ef7-45ab-a44b-3df4d3f37a80" providerId="ADAL" clId="{2E0CCE2B-3859-4C85-B70B-89EB7386A836}" dt="2025-09-10T13:23:41.746" v="6188" actId="26606"/>
          <ac:spMkLst>
            <pc:docMk/>
            <pc:sldMk cId="765516651" sldId="287"/>
            <ac:spMk id="34" creationId="{7810E80F-9C89-42DA-AC6A-CA9F6C0FEE1D}"/>
          </ac:spMkLst>
        </pc:spChg>
        <pc:spChg chg="del">
          <ac:chgData name="Gramage_Casado,Martin (MED BDS) BIP-DE-B" userId="99069820-5ef7-45ab-a44b-3df4d3f37a80" providerId="ADAL" clId="{2E0CCE2B-3859-4C85-B70B-89EB7386A836}" dt="2025-09-10T13:23:41.746" v="6188" actId="26606"/>
          <ac:spMkLst>
            <pc:docMk/>
            <pc:sldMk cId="765516651" sldId="287"/>
            <ac:spMk id="35" creationId="{35955B09-6DFD-41EE-8794-648DBC50B39F}"/>
          </ac:spMkLst>
        </pc:spChg>
        <pc:spChg chg="del">
          <ac:chgData name="Gramage_Casado,Martin (MED BDS) BIP-DE-B" userId="99069820-5ef7-45ab-a44b-3df4d3f37a80" providerId="ADAL" clId="{2E0CCE2B-3859-4C85-B70B-89EB7386A836}" dt="2025-09-10T13:23:41.746" v="6188" actId="26606"/>
          <ac:spMkLst>
            <pc:docMk/>
            <pc:sldMk cId="765516651" sldId="287"/>
            <ac:spMk id="36" creationId="{EA1C8458-DBAA-4D00-98AC-E9890360D5F1}"/>
          </ac:spMkLst>
        </pc:spChg>
        <pc:spChg chg="del">
          <ac:chgData name="Gramage_Casado,Martin (MED BDS) BIP-DE-B" userId="99069820-5ef7-45ab-a44b-3df4d3f37a80" providerId="ADAL" clId="{2E0CCE2B-3859-4C85-B70B-89EB7386A836}" dt="2025-09-10T13:23:41.746" v="6188" actId="26606"/>
          <ac:spMkLst>
            <pc:docMk/>
            <pc:sldMk cId="765516651" sldId="287"/>
            <ac:spMk id="37" creationId="{A8D15A26-D50C-4BE5-8A59-321D90248097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765516651" sldId="287"/>
            <ac:spMk id="42" creationId="{B4AAD3FD-83A5-4B89-9F8F-01B8870865BE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765516651" sldId="287"/>
            <ac:spMk id="44" creationId="{61752F1D-FC0F-4103-9584-630E643CCDA6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765516651" sldId="287"/>
            <ac:spMk id="46" creationId="{70151CB7-E7DE-4917-B831-01DF9CE01306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765516651" sldId="287"/>
            <ac:spMk id="48" creationId="{A92A1116-1C84-41DF-B803-1F7B0883EC82}"/>
          </ac:spMkLst>
        </pc:spChg>
        <pc:picChg chg="add mod">
          <ac:chgData name="Gramage_Casado,Martin (MED BDS) BIP-DE-B" userId="99069820-5ef7-45ab-a44b-3df4d3f37a80" providerId="ADAL" clId="{2E0CCE2B-3859-4C85-B70B-89EB7386A836}" dt="2025-09-10T13:24:01.584" v="6193" actId="1076"/>
          <ac:picMkLst>
            <pc:docMk/>
            <pc:sldMk cId="765516651" sldId="287"/>
            <ac:picMk id="3" creationId="{8B8FDDAA-7590-9FA7-9151-3500A0465022}"/>
          </ac:picMkLst>
        </pc:picChg>
        <pc:picChg chg="add mod">
          <ac:chgData name="Gramage_Casado,Martin (MED BDS) BIP-DE-B" userId="99069820-5ef7-45ab-a44b-3df4d3f37a80" providerId="ADAL" clId="{2E0CCE2B-3859-4C85-B70B-89EB7386A836}" dt="2025-09-10T13:24:40.233" v="6201" actId="1076"/>
          <ac:picMkLst>
            <pc:docMk/>
            <pc:sldMk cId="765516651" sldId="287"/>
            <ac:picMk id="5" creationId="{86F504E9-7286-4C71-5604-5E1FDD4A82F9}"/>
          </ac:picMkLst>
        </pc:picChg>
        <pc:picChg chg="del">
          <ac:chgData name="Gramage_Casado,Martin (MED BDS) BIP-DE-B" userId="99069820-5ef7-45ab-a44b-3df4d3f37a80" providerId="ADAL" clId="{2E0CCE2B-3859-4C85-B70B-89EB7386A836}" dt="2025-09-10T13:23:28.422" v="6186" actId="478"/>
          <ac:picMkLst>
            <pc:docMk/>
            <pc:sldMk cId="765516651" sldId="287"/>
            <ac:picMk id="7" creationId="{204BF8CD-8C38-FCE1-5454-2B85D10FEE8E}"/>
          </ac:picMkLst>
        </pc:picChg>
        <pc:picChg chg="del">
          <ac:chgData name="Gramage_Casado,Martin (MED BDS) BIP-DE-B" userId="99069820-5ef7-45ab-a44b-3df4d3f37a80" providerId="ADAL" clId="{2E0CCE2B-3859-4C85-B70B-89EB7386A836}" dt="2025-09-10T13:23:29.992" v="6187" actId="478"/>
          <ac:picMkLst>
            <pc:docMk/>
            <pc:sldMk cId="765516651" sldId="287"/>
            <ac:picMk id="11" creationId="{3ACC7D57-7592-D13C-7850-B73761E5EE78}"/>
          </ac:picMkLst>
        </pc:picChg>
        <pc:picChg chg="del">
          <ac:chgData name="Gramage_Casado,Martin (MED BDS) BIP-DE-B" userId="99069820-5ef7-45ab-a44b-3df4d3f37a80" providerId="ADAL" clId="{2E0CCE2B-3859-4C85-B70B-89EB7386A836}" dt="2025-09-10T13:23:41.746" v="6188" actId="26606"/>
          <ac:picMkLst>
            <pc:docMk/>
            <pc:sldMk cId="765516651" sldId="287"/>
            <ac:picMk id="28" creationId="{41B68C77-138E-4BF7-A276-BD0C78A4219F}"/>
          </ac:picMkLst>
        </pc:picChg>
        <pc:picChg chg="del">
          <ac:chgData name="Gramage_Casado,Martin (MED BDS) BIP-DE-B" userId="99069820-5ef7-45ab-a44b-3df4d3f37a80" providerId="ADAL" clId="{2E0CCE2B-3859-4C85-B70B-89EB7386A836}" dt="2025-09-10T13:23:41.746" v="6188" actId="26606"/>
          <ac:picMkLst>
            <pc:docMk/>
            <pc:sldMk cId="765516651" sldId="287"/>
            <ac:picMk id="29" creationId="{7C268552-D473-46ED-B1B8-422042C4DEF1}"/>
          </ac:picMkLst>
        </pc:picChg>
        <pc:picChg chg="del">
          <ac:chgData name="Gramage_Casado,Martin (MED BDS) BIP-DE-B" userId="99069820-5ef7-45ab-a44b-3df4d3f37a80" providerId="ADAL" clId="{2E0CCE2B-3859-4C85-B70B-89EB7386A836}" dt="2025-09-10T13:23:41.746" v="6188" actId="26606"/>
          <ac:picMkLst>
            <pc:docMk/>
            <pc:sldMk cId="765516651" sldId="287"/>
            <ac:picMk id="31" creationId="{B9238B3E-24AA-439A-B527-6C5DF6D72145}"/>
          </ac:picMkLst>
        </pc:picChg>
        <pc:picChg chg="del">
          <ac:chgData name="Gramage_Casado,Martin (MED BDS) BIP-DE-B" userId="99069820-5ef7-45ab-a44b-3df4d3f37a80" providerId="ADAL" clId="{2E0CCE2B-3859-4C85-B70B-89EB7386A836}" dt="2025-09-10T13:23:41.746" v="6188" actId="26606"/>
          <ac:picMkLst>
            <pc:docMk/>
            <pc:sldMk cId="765516651" sldId="287"/>
            <ac:picMk id="32" creationId="{69F01145-BEA3-4CBF-AA21-10077B948CA8}"/>
          </ac:picMkLst>
        </pc:picChg>
      </pc:sldChg>
      <pc:sldChg chg="addSp delSp modSp add mod modTransition setBg delAnim modAnim delDesignElem">
        <pc:chgData name="Gramage_Casado,Martin (MED BDS) BIP-DE-B" userId="99069820-5ef7-45ab-a44b-3df4d3f37a80" providerId="ADAL" clId="{2E0CCE2B-3859-4C85-B70B-89EB7386A836}" dt="2025-09-10T14:21:51.442" v="6539"/>
        <pc:sldMkLst>
          <pc:docMk/>
          <pc:sldMk cId="3748918967" sldId="288"/>
        </pc:sldMkLst>
        <pc:spChg chg="mod">
          <ac:chgData name="Gramage_Casado,Martin (MED BDS) BIP-DE-B" userId="99069820-5ef7-45ab-a44b-3df4d3f37a80" providerId="ADAL" clId="{2E0CCE2B-3859-4C85-B70B-89EB7386A836}" dt="2025-09-10T13:27:15.268" v="6238" actId="20577"/>
          <ac:spMkLst>
            <pc:docMk/>
            <pc:sldMk cId="3748918967" sldId="288"/>
            <ac:spMk id="2" creationId="{41E530ED-759E-2D0D-8A20-715DBB9B0422}"/>
          </ac:spMkLst>
        </pc:spChg>
        <pc:spChg chg="del">
          <ac:chgData name="Gramage_Casado,Martin (MED BDS) BIP-DE-B" userId="99069820-5ef7-45ab-a44b-3df4d3f37a80" providerId="ADAL" clId="{2E0CCE2B-3859-4C85-B70B-89EB7386A836}" dt="2025-09-10T13:27:33.532" v="6242" actId="478"/>
          <ac:spMkLst>
            <pc:docMk/>
            <pc:sldMk cId="3748918967" sldId="288"/>
            <ac:spMk id="4" creationId="{3860667F-1F98-0FB2-3DA8-B5B75CCAEBAF}"/>
          </ac:spMkLst>
        </pc:spChg>
        <pc:spChg chg="del">
          <ac:chgData name="Gramage_Casado,Martin (MED BDS) BIP-DE-B" userId="99069820-5ef7-45ab-a44b-3df4d3f37a80" providerId="ADAL" clId="{2E0CCE2B-3859-4C85-B70B-89EB7386A836}" dt="2025-09-10T13:27:29.738" v="6240" actId="478"/>
          <ac:spMkLst>
            <pc:docMk/>
            <pc:sldMk cId="3748918967" sldId="288"/>
            <ac:spMk id="6" creationId="{330F08EE-94C5-6BD9-66B7-B8F78FE259CE}"/>
          </ac:spMkLst>
        </pc:spChg>
        <pc:spChg chg="add mod">
          <ac:chgData name="Gramage_Casado,Martin (MED BDS) BIP-DE-B" userId="99069820-5ef7-45ab-a44b-3df4d3f37a80" providerId="ADAL" clId="{2E0CCE2B-3859-4C85-B70B-89EB7386A836}" dt="2025-09-10T14:17:56.641" v="6515" actId="1076"/>
          <ac:spMkLst>
            <pc:docMk/>
            <pc:sldMk cId="3748918967" sldId="288"/>
            <ac:spMk id="7" creationId="{F1F58349-56D2-46DA-2250-D7820124DE3D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44:55.467" v="6339" actId="478"/>
          <ac:spMkLst>
            <pc:docMk/>
            <pc:sldMk cId="3748918967" sldId="288"/>
            <ac:spMk id="12" creationId="{EDF87C93-6CCA-7686-C23E-5E48D0AA9E1B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45:26.519" v="6341" actId="478"/>
          <ac:spMkLst>
            <pc:docMk/>
            <pc:sldMk cId="3748918967" sldId="288"/>
            <ac:spMk id="13" creationId="{DCEEF7C8-45C8-2BDD-FFA9-AF7D9EAF947B}"/>
          </ac:spMkLst>
        </pc:spChg>
        <pc:spChg chg="add mod">
          <ac:chgData name="Gramage_Casado,Martin (MED BDS) BIP-DE-B" userId="99069820-5ef7-45ab-a44b-3df4d3f37a80" providerId="ADAL" clId="{2E0CCE2B-3859-4C85-B70B-89EB7386A836}" dt="2025-09-10T14:17:29.796" v="6509" actId="1076"/>
          <ac:spMkLst>
            <pc:docMk/>
            <pc:sldMk cId="3748918967" sldId="288"/>
            <ac:spMk id="15" creationId="{889B9EA4-6406-3768-335B-37AE9DE90034}"/>
          </ac:spMkLst>
        </pc:spChg>
        <pc:spChg chg="add mod">
          <ac:chgData name="Gramage_Casado,Martin (MED BDS) BIP-DE-B" userId="99069820-5ef7-45ab-a44b-3df4d3f37a80" providerId="ADAL" clId="{2E0CCE2B-3859-4C85-B70B-89EB7386A836}" dt="2025-09-10T14:17:36.180" v="6511" actId="1076"/>
          <ac:spMkLst>
            <pc:docMk/>
            <pc:sldMk cId="3748918967" sldId="288"/>
            <ac:spMk id="18" creationId="{689080E0-C103-C3BC-84E2-117307F63A5D}"/>
          </ac:spMkLst>
        </pc:spChg>
        <pc:spChg chg="add mod">
          <ac:chgData name="Gramage_Casado,Martin (MED BDS) BIP-DE-B" userId="99069820-5ef7-45ab-a44b-3df4d3f37a80" providerId="ADAL" clId="{2E0CCE2B-3859-4C85-B70B-89EB7386A836}" dt="2025-09-10T14:19:10.459" v="6521" actId="255"/>
          <ac:spMkLst>
            <pc:docMk/>
            <pc:sldMk cId="3748918967" sldId="288"/>
            <ac:spMk id="19" creationId="{A6B4C1F1-089D-3558-221A-46B9B9220323}"/>
          </ac:spMkLst>
        </pc:spChg>
        <pc:spChg chg="add mod">
          <ac:chgData name="Gramage_Casado,Martin (MED BDS) BIP-DE-B" userId="99069820-5ef7-45ab-a44b-3df4d3f37a80" providerId="ADAL" clId="{2E0CCE2B-3859-4C85-B70B-89EB7386A836}" dt="2025-09-10T14:19:16.077" v="6522" actId="255"/>
          <ac:spMkLst>
            <pc:docMk/>
            <pc:sldMk cId="3748918967" sldId="288"/>
            <ac:spMk id="20" creationId="{7A2358B1-4FAB-00C4-C4E4-350030F9504D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748918967" sldId="288"/>
            <ac:spMk id="42" creationId="{B4AAD3FD-83A5-4B89-9F8F-01B8870865BE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748918967" sldId="288"/>
            <ac:spMk id="44" creationId="{61752F1D-FC0F-4103-9584-630E643CCDA6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748918967" sldId="288"/>
            <ac:spMk id="46" creationId="{70151CB7-E7DE-4917-B831-01DF9CE01306}"/>
          </ac:spMkLst>
        </pc:spChg>
        <pc:spChg chg="add del">
          <ac:chgData name="Gramage_Casado,Martin (MED BDS) BIP-DE-B" userId="99069820-5ef7-45ab-a44b-3df4d3f37a80" providerId="ADAL" clId="{2E0CCE2B-3859-4C85-B70B-89EB7386A836}" dt="2025-09-10T13:37:40.609" v="6332"/>
          <ac:spMkLst>
            <pc:docMk/>
            <pc:sldMk cId="3748918967" sldId="288"/>
            <ac:spMk id="48" creationId="{A92A1116-1C84-41DF-B803-1F7B0883EC82}"/>
          </ac:spMkLst>
        </pc:spChg>
        <pc:picChg chg="del">
          <ac:chgData name="Gramage_Casado,Martin (MED BDS) BIP-DE-B" userId="99069820-5ef7-45ab-a44b-3df4d3f37a80" providerId="ADAL" clId="{2E0CCE2B-3859-4C85-B70B-89EB7386A836}" dt="2025-09-10T13:27:31.249" v="6241" actId="478"/>
          <ac:picMkLst>
            <pc:docMk/>
            <pc:sldMk cId="3748918967" sldId="288"/>
            <ac:picMk id="3" creationId="{8B8FDDAA-7590-9FA7-9151-3500A0465022}"/>
          </ac:picMkLst>
        </pc:picChg>
        <pc:picChg chg="del">
          <ac:chgData name="Gramage_Casado,Martin (MED BDS) BIP-DE-B" userId="99069820-5ef7-45ab-a44b-3df4d3f37a80" providerId="ADAL" clId="{2E0CCE2B-3859-4C85-B70B-89EB7386A836}" dt="2025-09-10T13:27:26.941" v="6239" actId="478"/>
          <ac:picMkLst>
            <pc:docMk/>
            <pc:sldMk cId="3748918967" sldId="288"/>
            <ac:picMk id="5" creationId="{86F504E9-7286-4C71-5604-5E1FDD4A82F9}"/>
          </ac:picMkLst>
        </pc:picChg>
        <pc:picChg chg="add mod">
          <ac:chgData name="Gramage_Casado,Martin (MED BDS) BIP-DE-B" userId="99069820-5ef7-45ab-a44b-3df4d3f37a80" providerId="ADAL" clId="{2E0CCE2B-3859-4C85-B70B-89EB7386A836}" dt="2025-09-10T14:15:12.400" v="6473" actId="1076"/>
          <ac:picMkLst>
            <pc:docMk/>
            <pc:sldMk cId="3748918967" sldId="288"/>
            <ac:picMk id="8" creationId="{8B28D89A-DAF1-CCAF-176F-468D1043BCC9}"/>
          </ac:picMkLst>
        </pc:picChg>
        <pc:picChg chg="add mod">
          <ac:chgData name="Gramage_Casado,Martin (MED BDS) BIP-DE-B" userId="99069820-5ef7-45ab-a44b-3df4d3f37a80" providerId="ADAL" clId="{2E0CCE2B-3859-4C85-B70B-89EB7386A836}" dt="2025-09-10T14:16:09.155" v="6490" actId="1076"/>
          <ac:picMkLst>
            <pc:docMk/>
            <pc:sldMk cId="3748918967" sldId="288"/>
            <ac:picMk id="9" creationId="{27605D4F-44F7-5029-6B37-2BEDB7D62364}"/>
          </ac:picMkLst>
        </pc:picChg>
        <pc:picChg chg="add mod">
          <ac:chgData name="Gramage_Casado,Martin (MED BDS) BIP-DE-B" userId="99069820-5ef7-45ab-a44b-3df4d3f37a80" providerId="ADAL" clId="{2E0CCE2B-3859-4C85-B70B-89EB7386A836}" dt="2025-09-10T14:15:31.176" v="6479" actId="1076"/>
          <ac:picMkLst>
            <pc:docMk/>
            <pc:sldMk cId="3748918967" sldId="288"/>
            <ac:picMk id="10" creationId="{8C69E194-7C52-8889-A45B-558B84029E45}"/>
          </ac:picMkLst>
        </pc:picChg>
        <pc:picChg chg="add mod">
          <ac:chgData name="Gramage_Casado,Martin (MED BDS) BIP-DE-B" userId="99069820-5ef7-45ab-a44b-3df4d3f37a80" providerId="ADAL" clId="{2E0CCE2B-3859-4C85-B70B-89EB7386A836}" dt="2025-09-10T14:16:00.983" v="6487" actId="1076"/>
          <ac:picMkLst>
            <pc:docMk/>
            <pc:sldMk cId="3748918967" sldId="288"/>
            <ac:picMk id="11" creationId="{6A275116-FB33-0F99-A4F4-A5E847FBD84C}"/>
          </ac:picMkLst>
        </pc:picChg>
        <pc:picChg chg="add mod">
          <ac:chgData name="Gramage_Casado,Martin (MED BDS) BIP-DE-B" userId="99069820-5ef7-45ab-a44b-3df4d3f37a80" providerId="ADAL" clId="{2E0CCE2B-3859-4C85-B70B-89EB7386A836}" dt="2025-09-10T14:17:39.209" v="6512" actId="1076"/>
          <ac:picMkLst>
            <pc:docMk/>
            <pc:sldMk cId="3748918967" sldId="288"/>
            <ac:picMk id="17" creationId="{C6252A9C-9038-2C9C-FA4D-AED670E3B48A}"/>
          </ac:picMkLst>
        </pc:picChg>
      </pc:sldChg>
      <pc:sldChg chg="addSp delSp modSp add mod addAnim">
        <pc:chgData name="Gramage_Casado,Martin (MED BDS) BIP-DE-B" userId="99069820-5ef7-45ab-a44b-3df4d3f37a80" providerId="ADAL" clId="{2E0CCE2B-3859-4C85-B70B-89EB7386A836}" dt="2025-09-10T14:53:33.619" v="6601" actId="14100"/>
        <pc:sldMkLst>
          <pc:docMk/>
          <pc:sldMk cId="3575392345" sldId="289"/>
        </pc:sldMkLst>
        <pc:spChg chg="mod">
          <ac:chgData name="Gramage_Casado,Martin (MED BDS) BIP-DE-B" userId="99069820-5ef7-45ab-a44b-3df4d3f37a80" providerId="ADAL" clId="{2E0CCE2B-3859-4C85-B70B-89EB7386A836}" dt="2025-09-10T14:31:50.153" v="6551" actId="26606"/>
          <ac:spMkLst>
            <pc:docMk/>
            <pc:sldMk cId="3575392345" sldId="289"/>
            <ac:spMk id="2" creationId="{DED49E22-F377-ABB4-AB20-5FEA21013CC8}"/>
          </ac:spMkLst>
        </pc:spChg>
        <pc:spChg chg="del">
          <ac:chgData name="Gramage_Casado,Martin (MED BDS) BIP-DE-B" userId="99069820-5ef7-45ab-a44b-3df4d3f37a80" providerId="ADAL" clId="{2E0CCE2B-3859-4C85-B70B-89EB7386A836}" dt="2025-09-10T14:31:50.153" v="6551" actId="26606"/>
          <ac:spMkLst>
            <pc:docMk/>
            <pc:sldMk cId="3575392345" sldId="289"/>
            <ac:spMk id="21" creationId="{5F07A6A6-E44B-411E-AA18-65E4811366A6}"/>
          </ac:spMkLst>
        </pc:spChg>
        <pc:spChg chg="del">
          <ac:chgData name="Gramage_Casado,Martin (MED BDS) BIP-DE-B" userId="99069820-5ef7-45ab-a44b-3df4d3f37a80" providerId="ADAL" clId="{2E0CCE2B-3859-4C85-B70B-89EB7386A836}" dt="2025-09-10T14:31:50.153" v="6551" actId="26606"/>
          <ac:spMkLst>
            <pc:docMk/>
            <pc:sldMk cId="3575392345" sldId="289"/>
            <ac:spMk id="27" creationId="{5D5A8E14-301B-40C0-A174-D2232EF95C0B}"/>
          </ac:spMkLst>
        </pc:spChg>
        <pc:spChg chg="del">
          <ac:chgData name="Gramage_Casado,Martin (MED BDS) BIP-DE-B" userId="99069820-5ef7-45ab-a44b-3df4d3f37a80" providerId="ADAL" clId="{2E0CCE2B-3859-4C85-B70B-89EB7386A836}" dt="2025-09-10T14:31:50.153" v="6551" actId="26606"/>
          <ac:spMkLst>
            <pc:docMk/>
            <pc:sldMk cId="3575392345" sldId="289"/>
            <ac:spMk id="29" creationId="{9219ABE2-5CAE-4E98-81F0-DAA47615224D}"/>
          </ac:spMkLst>
        </pc:spChg>
        <pc:spChg chg="add">
          <ac:chgData name="Gramage_Casado,Martin (MED BDS) BIP-DE-B" userId="99069820-5ef7-45ab-a44b-3df4d3f37a80" providerId="ADAL" clId="{2E0CCE2B-3859-4C85-B70B-89EB7386A836}" dt="2025-09-10T14:31:50.153" v="6551" actId="26606"/>
          <ac:spMkLst>
            <pc:docMk/>
            <pc:sldMk cId="3575392345" sldId="289"/>
            <ac:spMk id="38" creationId="{44F3197D-248B-46C5-B6EE-003F4E0C6CF9}"/>
          </ac:spMkLst>
        </pc:spChg>
        <pc:spChg chg="add">
          <ac:chgData name="Gramage_Casado,Martin (MED BDS) BIP-DE-B" userId="99069820-5ef7-45ab-a44b-3df4d3f37a80" providerId="ADAL" clId="{2E0CCE2B-3859-4C85-B70B-89EB7386A836}" dt="2025-09-10T14:31:50.153" v="6551" actId="26606"/>
          <ac:spMkLst>
            <pc:docMk/>
            <pc:sldMk cId="3575392345" sldId="289"/>
            <ac:spMk id="44" creationId="{040549E2-C5A5-4ED5-80AB-070FEBDF5320}"/>
          </ac:spMkLst>
        </pc:spChg>
        <pc:spChg chg="add">
          <ac:chgData name="Gramage_Casado,Martin (MED BDS) BIP-DE-B" userId="99069820-5ef7-45ab-a44b-3df4d3f37a80" providerId="ADAL" clId="{2E0CCE2B-3859-4C85-B70B-89EB7386A836}" dt="2025-09-10T14:31:50.153" v="6551" actId="26606"/>
          <ac:spMkLst>
            <pc:docMk/>
            <pc:sldMk cId="3575392345" sldId="289"/>
            <ac:spMk id="46" creationId="{52C568FB-C64F-4EC8-AB02-075D08F87CA4}"/>
          </ac:spMkLst>
        </pc:spChg>
        <pc:spChg chg="add">
          <ac:chgData name="Gramage_Casado,Martin (MED BDS) BIP-DE-B" userId="99069820-5ef7-45ab-a44b-3df4d3f37a80" providerId="ADAL" clId="{2E0CCE2B-3859-4C85-B70B-89EB7386A836}" dt="2025-09-10T14:31:50.153" v="6551" actId="26606"/>
          <ac:spMkLst>
            <pc:docMk/>
            <pc:sldMk cId="3575392345" sldId="289"/>
            <ac:spMk id="48" creationId="{74F9E501-82FD-4B38-8A53-EE93DC503B0B}"/>
          </ac:spMkLst>
        </pc:spChg>
        <pc:picChg chg="mod modCrop">
          <ac:chgData name="Gramage_Casado,Martin (MED BDS) BIP-DE-B" userId="99069820-5ef7-45ab-a44b-3df4d3f37a80" providerId="ADAL" clId="{2E0CCE2B-3859-4C85-B70B-89EB7386A836}" dt="2025-09-10T14:34:23.966" v="6591" actId="1076"/>
          <ac:picMkLst>
            <pc:docMk/>
            <pc:sldMk cId="3575392345" sldId="289"/>
            <ac:picMk id="8" creationId="{35353CA1-A065-CA3A-42DB-A5D609535618}"/>
          </ac:picMkLst>
        </pc:picChg>
        <pc:picChg chg="mod ord modCrop">
          <ac:chgData name="Gramage_Casado,Martin (MED BDS) BIP-DE-B" userId="99069820-5ef7-45ab-a44b-3df4d3f37a80" providerId="ADAL" clId="{2E0CCE2B-3859-4C85-B70B-89EB7386A836}" dt="2025-09-10T14:53:33.619" v="6601" actId="14100"/>
          <ac:picMkLst>
            <pc:docMk/>
            <pc:sldMk cId="3575392345" sldId="289"/>
            <ac:picMk id="10" creationId="{454D268E-9951-0769-6BD5-7655AABC26B5}"/>
          </ac:picMkLst>
        </pc:picChg>
        <pc:picChg chg="mod ord">
          <ac:chgData name="Gramage_Casado,Martin (MED BDS) BIP-DE-B" userId="99069820-5ef7-45ab-a44b-3df4d3f37a80" providerId="ADAL" clId="{2E0CCE2B-3859-4C85-B70B-89EB7386A836}" dt="2025-09-10T14:34:14.474" v="6589" actId="1076"/>
          <ac:picMkLst>
            <pc:docMk/>
            <pc:sldMk cId="3575392345" sldId="289"/>
            <ac:picMk id="12" creationId="{F7D538C3-9C96-EAE1-A70F-8E167E65D082}"/>
          </ac:picMkLst>
        </pc:picChg>
        <pc:picChg chg="del">
          <ac:chgData name="Gramage_Casado,Martin (MED BDS) BIP-DE-B" userId="99069820-5ef7-45ab-a44b-3df4d3f37a80" providerId="ADAL" clId="{2E0CCE2B-3859-4C85-B70B-89EB7386A836}" dt="2025-09-10T14:31:50.153" v="6551" actId="26606"/>
          <ac:picMkLst>
            <pc:docMk/>
            <pc:sldMk cId="3575392345" sldId="289"/>
            <ac:picMk id="17" creationId="{0F7302AF-86B9-441B-8D24-AC382E2A43A7}"/>
          </ac:picMkLst>
        </pc:picChg>
        <pc:picChg chg="del">
          <ac:chgData name="Gramage_Casado,Martin (MED BDS) BIP-DE-B" userId="99069820-5ef7-45ab-a44b-3df4d3f37a80" providerId="ADAL" clId="{2E0CCE2B-3859-4C85-B70B-89EB7386A836}" dt="2025-09-10T14:31:50.153" v="6551" actId="26606"/>
          <ac:picMkLst>
            <pc:docMk/>
            <pc:sldMk cId="3575392345" sldId="289"/>
            <ac:picMk id="19" creationId="{99A2A6C2-D371-4C6B-B50F-CC71C6D01037}"/>
          </ac:picMkLst>
        </pc:picChg>
        <pc:picChg chg="del">
          <ac:chgData name="Gramage_Casado,Martin (MED BDS) BIP-DE-B" userId="99069820-5ef7-45ab-a44b-3df4d3f37a80" providerId="ADAL" clId="{2E0CCE2B-3859-4C85-B70B-89EB7386A836}" dt="2025-09-10T14:31:50.153" v="6551" actId="26606"/>
          <ac:picMkLst>
            <pc:docMk/>
            <pc:sldMk cId="3575392345" sldId="289"/>
            <ac:picMk id="23" creationId="{8CC3468F-5EED-42B0-8507-F30360E1D51E}"/>
          </ac:picMkLst>
        </pc:picChg>
        <pc:picChg chg="del">
          <ac:chgData name="Gramage_Casado,Martin (MED BDS) BIP-DE-B" userId="99069820-5ef7-45ab-a44b-3df4d3f37a80" providerId="ADAL" clId="{2E0CCE2B-3859-4C85-B70B-89EB7386A836}" dt="2025-09-10T14:31:50.153" v="6551" actId="26606"/>
          <ac:picMkLst>
            <pc:docMk/>
            <pc:sldMk cId="3575392345" sldId="289"/>
            <ac:picMk id="25" creationId="{591711EE-029D-453C-9AE9-E87829F1D3D3}"/>
          </ac:picMkLst>
        </pc:picChg>
        <pc:picChg chg="add">
          <ac:chgData name="Gramage_Casado,Martin (MED BDS) BIP-DE-B" userId="99069820-5ef7-45ab-a44b-3df4d3f37a80" providerId="ADAL" clId="{2E0CCE2B-3859-4C85-B70B-89EB7386A836}" dt="2025-09-10T14:31:50.153" v="6551" actId="26606"/>
          <ac:picMkLst>
            <pc:docMk/>
            <pc:sldMk cId="3575392345" sldId="289"/>
            <ac:picMk id="34" creationId="{844EE02A-F0F8-4A23-B21D-CF2066B65D30}"/>
          </ac:picMkLst>
        </pc:picChg>
        <pc:picChg chg="add">
          <ac:chgData name="Gramage_Casado,Martin (MED BDS) BIP-DE-B" userId="99069820-5ef7-45ab-a44b-3df4d3f37a80" providerId="ADAL" clId="{2E0CCE2B-3859-4C85-B70B-89EB7386A836}" dt="2025-09-10T14:31:50.153" v="6551" actId="26606"/>
          <ac:picMkLst>
            <pc:docMk/>
            <pc:sldMk cId="3575392345" sldId="289"/>
            <ac:picMk id="36" creationId="{99F13062-7BB6-4A97-B661-CDE2EDEAE70E}"/>
          </ac:picMkLst>
        </pc:picChg>
        <pc:picChg chg="add">
          <ac:chgData name="Gramage_Casado,Martin (MED BDS) BIP-DE-B" userId="99069820-5ef7-45ab-a44b-3df4d3f37a80" providerId="ADAL" clId="{2E0CCE2B-3859-4C85-B70B-89EB7386A836}" dt="2025-09-10T14:31:50.153" v="6551" actId="26606"/>
          <ac:picMkLst>
            <pc:docMk/>
            <pc:sldMk cId="3575392345" sldId="289"/>
            <ac:picMk id="40" creationId="{FFC3E649-106F-4B41-9FF5-327536E4CFBD}"/>
          </ac:picMkLst>
        </pc:picChg>
        <pc:picChg chg="add">
          <ac:chgData name="Gramage_Casado,Martin (MED BDS) BIP-DE-B" userId="99069820-5ef7-45ab-a44b-3df4d3f37a80" providerId="ADAL" clId="{2E0CCE2B-3859-4C85-B70B-89EB7386A836}" dt="2025-09-10T14:31:50.153" v="6551" actId="26606"/>
          <ac:picMkLst>
            <pc:docMk/>
            <pc:sldMk cId="3575392345" sldId="289"/>
            <ac:picMk id="42" creationId="{79F6731C-42C0-45DB-9F9A-B831CBEC5182}"/>
          </ac:picMkLst>
        </pc:picChg>
      </pc:sldChg>
      <pc:sldChg chg="delSp add mod">
        <pc:chgData name="Gramage_Casado,Martin (MED BDS) BIP-DE-B" userId="99069820-5ef7-45ab-a44b-3df4d3f37a80" providerId="ADAL" clId="{2E0CCE2B-3859-4C85-B70B-89EB7386A836}" dt="2025-09-10T13:57:19.987" v="6416" actId="478"/>
        <pc:sldMkLst>
          <pc:docMk/>
          <pc:sldMk cId="2152402096" sldId="290"/>
        </pc:sldMkLst>
        <pc:spChg chg="del">
          <ac:chgData name="Gramage_Casado,Martin (MED BDS) BIP-DE-B" userId="99069820-5ef7-45ab-a44b-3df4d3f37a80" providerId="ADAL" clId="{2E0CCE2B-3859-4C85-B70B-89EB7386A836}" dt="2025-09-10T13:57:19.987" v="6416" actId="478"/>
          <ac:spMkLst>
            <pc:docMk/>
            <pc:sldMk cId="2152402096" sldId="290"/>
            <ac:spMk id="17" creationId="{F87F6B2E-8CDB-31AF-BFA6-5CFA9F43702D}"/>
          </ac:spMkLst>
        </pc:spChg>
      </pc:sldChg>
      <pc:sldChg chg="add ord">
        <pc:chgData name="Gramage_Casado,Martin (MED BDS) BIP-DE-B" userId="99069820-5ef7-45ab-a44b-3df4d3f37a80" providerId="ADAL" clId="{2E0CCE2B-3859-4C85-B70B-89EB7386A836}" dt="2025-09-12T07:44:01.058" v="6604"/>
        <pc:sldMkLst>
          <pc:docMk/>
          <pc:sldMk cId="2889462126" sldId="291"/>
        </pc:sldMkLst>
      </pc:sldChg>
      <pc:sldChg chg="addSp delSp modSp add mod ord">
        <pc:chgData name="Gramage_Casado,Martin (MED BDS) BIP-DE-B" userId="99069820-5ef7-45ab-a44b-3df4d3f37a80" providerId="ADAL" clId="{2E0CCE2B-3859-4C85-B70B-89EB7386A836}" dt="2025-09-12T16:57:52.149" v="7100" actId="478"/>
        <pc:sldMkLst>
          <pc:docMk/>
          <pc:sldMk cId="2096545477" sldId="292"/>
        </pc:sldMkLst>
        <pc:picChg chg="del mod">
          <ac:chgData name="Gramage_Casado,Martin (MED BDS) BIP-DE-B" userId="99069820-5ef7-45ab-a44b-3df4d3f37a80" providerId="ADAL" clId="{2E0CCE2B-3859-4C85-B70B-89EB7386A836}" dt="2025-09-12T16:57:52.149" v="7100" actId="478"/>
          <ac:picMkLst>
            <pc:docMk/>
            <pc:sldMk cId="2096545477" sldId="292"/>
            <ac:picMk id="4" creationId="{35480E21-BB4B-0DBC-835D-DD135FCC3D1B}"/>
          </ac:picMkLst>
        </pc:picChg>
        <pc:picChg chg="add del">
          <ac:chgData name="Gramage_Casado,Martin (MED BDS) BIP-DE-B" userId="99069820-5ef7-45ab-a44b-3df4d3f37a80" providerId="ADAL" clId="{2E0CCE2B-3859-4C85-B70B-89EB7386A836}" dt="2025-09-12T16:55:31.770" v="7076" actId="478"/>
          <ac:picMkLst>
            <pc:docMk/>
            <pc:sldMk cId="2096545477" sldId="292"/>
            <ac:picMk id="6" creationId="{618AD86A-71B0-8343-A163-326B68CCF02A}"/>
          </ac:picMkLst>
        </pc:picChg>
      </pc:sldChg>
      <pc:sldChg chg="addSp delSp modSp add del mod modAnim">
        <pc:chgData name="Gramage_Casado,Martin (MED BDS) BIP-DE-B" userId="99069820-5ef7-45ab-a44b-3df4d3f37a80" providerId="ADAL" clId="{2E0CCE2B-3859-4C85-B70B-89EB7386A836}" dt="2025-09-12T11:06:22.197" v="6774" actId="2696"/>
        <pc:sldMkLst>
          <pc:docMk/>
          <pc:sldMk cId="3875301032" sldId="292"/>
        </pc:sldMkLst>
        <pc:spChg chg="mod">
          <ac:chgData name="Gramage_Casado,Martin (MED BDS) BIP-DE-B" userId="99069820-5ef7-45ab-a44b-3df4d3f37a80" providerId="ADAL" clId="{2E0CCE2B-3859-4C85-B70B-89EB7386A836}" dt="2025-09-12T07:50:33.473" v="6646" actId="27636"/>
          <ac:spMkLst>
            <pc:docMk/>
            <pc:sldMk cId="3875301032" sldId="292"/>
            <ac:spMk id="6" creationId="{E279953E-10BF-5139-8B50-23026F8FF227}"/>
          </ac:spMkLst>
        </pc:spChg>
        <pc:spChg chg="add mod">
          <ac:chgData name="Gramage_Casado,Martin (MED BDS) BIP-DE-B" userId="99069820-5ef7-45ab-a44b-3df4d3f37a80" providerId="ADAL" clId="{2E0CCE2B-3859-4C85-B70B-89EB7386A836}" dt="2025-09-12T10:28:34.490" v="6773" actId="20577"/>
          <ac:spMkLst>
            <pc:docMk/>
            <pc:sldMk cId="3875301032" sldId="292"/>
            <ac:spMk id="13" creationId="{F9B67EA7-E561-BBBB-3BB5-86E23B62F274}"/>
          </ac:spMkLst>
        </pc:spChg>
        <pc:picChg chg="add mod">
          <ac:chgData name="Gramage_Casado,Martin (MED BDS) BIP-DE-B" userId="99069820-5ef7-45ab-a44b-3df4d3f37a80" providerId="ADAL" clId="{2E0CCE2B-3859-4C85-B70B-89EB7386A836}" dt="2025-09-12T10:26:54.463" v="6676" actId="14100"/>
          <ac:picMkLst>
            <pc:docMk/>
            <pc:sldMk cId="3875301032" sldId="292"/>
            <ac:picMk id="4" creationId="{F7F178C1-62DA-CEEE-A435-8333F7C47E11}"/>
          </ac:picMkLst>
        </pc:picChg>
        <pc:picChg chg="add mod">
          <ac:chgData name="Gramage_Casado,Martin (MED BDS) BIP-DE-B" userId="99069820-5ef7-45ab-a44b-3df4d3f37a80" providerId="ADAL" clId="{2E0CCE2B-3859-4C85-B70B-89EB7386A836}" dt="2025-09-12T10:27:01.266" v="6678" actId="1076"/>
          <ac:picMkLst>
            <pc:docMk/>
            <pc:sldMk cId="3875301032" sldId="292"/>
            <ac:picMk id="7" creationId="{A113F179-2202-D40D-398E-E3998DE31557}"/>
          </ac:picMkLst>
        </pc:picChg>
        <pc:picChg chg="add mod">
          <ac:chgData name="Gramage_Casado,Martin (MED BDS) BIP-DE-B" userId="99069820-5ef7-45ab-a44b-3df4d3f37a80" providerId="ADAL" clId="{2E0CCE2B-3859-4C85-B70B-89EB7386A836}" dt="2025-09-12T10:26:15.786" v="6667" actId="688"/>
          <ac:picMkLst>
            <pc:docMk/>
            <pc:sldMk cId="3875301032" sldId="292"/>
            <ac:picMk id="11" creationId="{EB65ADCE-53F4-7C25-6184-266B8F347AB4}"/>
          </ac:picMkLst>
        </pc:picChg>
        <pc:picChg chg="del">
          <ac:chgData name="Gramage_Casado,Martin (MED BDS) BIP-DE-B" userId="99069820-5ef7-45ab-a44b-3df4d3f37a80" providerId="ADAL" clId="{2E0CCE2B-3859-4C85-B70B-89EB7386A836}" dt="2025-09-12T07:44:20.065" v="6606" actId="478"/>
          <ac:picMkLst>
            <pc:docMk/>
            <pc:sldMk cId="3875301032" sldId="292"/>
            <ac:picMk id="17" creationId="{F7FF22CB-C5BE-12AD-BA74-06D2727493D6}"/>
          </ac:picMkLst>
        </pc:picChg>
      </pc:sldChg>
      <pc:sldChg chg="addSp delSp modSp add mod ord">
        <pc:chgData name="Gramage_Casado,Martin (MED BDS) BIP-DE-B" userId="99069820-5ef7-45ab-a44b-3df4d3f37a80" providerId="ADAL" clId="{2E0CCE2B-3859-4C85-B70B-89EB7386A836}" dt="2025-09-12T16:56:48.981" v="7099" actId="14100"/>
        <pc:sldMkLst>
          <pc:docMk/>
          <pc:sldMk cId="3546505652" sldId="293"/>
        </pc:sldMkLst>
        <pc:spChg chg="add mod">
          <ac:chgData name="Gramage_Casado,Martin (MED BDS) BIP-DE-B" userId="99069820-5ef7-45ab-a44b-3df4d3f37a80" providerId="ADAL" clId="{2E0CCE2B-3859-4C85-B70B-89EB7386A836}" dt="2025-09-12T16:56:34.410" v="7094" actId="14100"/>
          <ac:spMkLst>
            <pc:docMk/>
            <pc:sldMk cId="3546505652" sldId="293"/>
            <ac:spMk id="7" creationId="{FA869B88-5128-CB0E-C527-E2DF0E6F818A}"/>
          </ac:spMkLst>
        </pc:spChg>
        <pc:spChg chg="add mod">
          <ac:chgData name="Gramage_Casado,Martin (MED BDS) BIP-DE-B" userId="99069820-5ef7-45ab-a44b-3df4d3f37a80" providerId="ADAL" clId="{2E0CCE2B-3859-4C85-B70B-89EB7386A836}" dt="2025-09-12T16:56:48.981" v="7099" actId="14100"/>
          <ac:spMkLst>
            <pc:docMk/>
            <pc:sldMk cId="3546505652" sldId="293"/>
            <ac:spMk id="9" creationId="{74CCBE3A-2920-165C-EDA1-C2B2355BB706}"/>
          </ac:spMkLst>
        </pc:spChg>
        <pc:picChg chg="mod">
          <ac:chgData name="Gramage_Casado,Martin (MED BDS) BIP-DE-B" userId="99069820-5ef7-45ab-a44b-3df4d3f37a80" providerId="ADAL" clId="{2E0CCE2B-3859-4C85-B70B-89EB7386A836}" dt="2025-09-12T16:55:41.210" v="7082" actId="1076"/>
          <ac:picMkLst>
            <pc:docMk/>
            <pc:sldMk cId="3546505652" sldId="293"/>
            <ac:picMk id="4" creationId="{35480E21-BB4B-0DBC-835D-DD135FCC3D1B}"/>
          </ac:picMkLst>
        </pc:picChg>
        <pc:picChg chg="add mod">
          <ac:chgData name="Gramage_Casado,Martin (MED BDS) BIP-DE-B" userId="99069820-5ef7-45ab-a44b-3df4d3f37a80" providerId="ADAL" clId="{2E0CCE2B-3859-4C85-B70B-89EB7386A836}" dt="2025-09-12T16:56:39.147" v="7097" actId="1076"/>
          <ac:picMkLst>
            <pc:docMk/>
            <pc:sldMk cId="3546505652" sldId="293"/>
            <ac:picMk id="5" creationId="{ACA9B112-F754-54A1-577E-EE2B3B7B7E47}"/>
          </ac:picMkLst>
        </pc:picChg>
        <pc:picChg chg="del">
          <ac:chgData name="Gramage_Casado,Martin (MED BDS) BIP-DE-B" userId="99069820-5ef7-45ab-a44b-3df4d3f37a80" providerId="ADAL" clId="{2E0CCE2B-3859-4C85-B70B-89EB7386A836}" dt="2025-09-12T16:55:38.401" v="7080" actId="478"/>
          <ac:picMkLst>
            <pc:docMk/>
            <pc:sldMk cId="3546505652" sldId="293"/>
            <ac:picMk id="6" creationId="{618AD86A-71B0-8343-A163-326B68CCF02A}"/>
          </ac:picMkLst>
        </pc:picChg>
        <pc:picChg chg="del">
          <ac:chgData name="Gramage_Casado,Martin (MED BDS) BIP-DE-B" userId="99069820-5ef7-45ab-a44b-3df4d3f37a80" providerId="ADAL" clId="{2E0CCE2B-3859-4C85-B70B-89EB7386A836}" dt="2025-09-12T16:55:39.473" v="7081" actId="478"/>
          <ac:picMkLst>
            <pc:docMk/>
            <pc:sldMk cId="3546505652" sldId="293"/>
            <ac:picMk id="8" creationId="{4CC147CD-1767-5EDA-B442-063EEEA6CDA1}"/>
          </ac:picMkLst>
        </pc:picChg>
      </pc:sldChg>
      <pc:sldMasterChg chg="setBg modSldLayout">
        <pc:chgData name="Gramage_Casado,Martin (MED BDS) BIP-DE-B" userId="99069820-5ef7-45ab-a44b-3df4d3f37a80" providerId="ADAL" clId="{2E0CCE2B-3859-4C85-B70B-89EB7386A836}" dt="2025-09-10T13:43:00.404" v="6336"/>
        <pc:sldMasterMkLst>
          <pc:docMk/>
          <pc:sldMasterMk cId="223801886" sldId="2147483758"/>
        </pc:sldMasterMkLst>
        <pc:sldLayoutChg chg="setBg">
          <pc:chgData name="Gramage_Casado,Martin (MED BDS) BIP-DE-B" userId="99069820-5ef7-45ab-a44b-3df4d3f37a80" providerId="ADAL" clId="{2E0CCE2B-3859-4C85-B70B-89EB7386A836}" dt="2025-09-10T09:20:56.686" v="5527"/>
          <pc:sldLayoutMkLst>
            <pc:docMk/>
            <pc:sldMasterMk cId="223801886" sldId="2147483758"/>
            <pc:sldLayoutMk cId="1095644782" sldId="2147483759"/>
          </pc:sldLayoutMkLst>
        </pc:sldLayoutChg>
        <pc:sldLayoutChg chg="setBg">
          <pc:chgData name="Gramage_Casado,Martin (MED BDS) BIP-DE-B" userId="99069820-5ef7-45ab-a44b-3df4d3f37a80" providerId="ADAL" clId="{2E0CCE2B-3859-4C85-B70B-89EB7386A836}" dt="2025-09-10T13:43:00.404" v="6336"/>
          <pc:sldLayoutMkLst>
            <pc:docMk/>
            <pc:sldMasterMk cId="223801886" sldId="2147483758"/>
            <pc:sldLayoutMk cId="3375575636" sldId="2147483760"/>
          </pc:sldLayoutMkLst>
        </pc:sldLayoutChg>
        <pc:sldLayoutChg chg="setBg">
          <pc:chgData name="Gramage_Casado,Martin (MED BDS) BIP-DE-B" userId="99069820-5ef7-45ab-a44b-3df4d3f37a80" providerId="ADAL" clId="{2E0CCE2B-3859-4C85-B70B-89EB7386A836}" dt="2025-09-10T09:20:56.686" v="5527"/>
          <pc:sldLayoutMkLst>
            <pc:docMk/>
            <pc:sldMasterMk cId="223801886" sldId="2147483758"/>
            <pc:sldLayoutMk cId="1509006012" sldId="2147483761"/>
          </pc:sldLayoutMkLst>
        </pc:sldLayoutChg>
        <pc:sldLayoutChg chg="setBg">
          <pc:chgData name="Gramage_Casado,Martin (MED BDS) BIP-DE-B" userId="99069820-5ef7-45ab-a44b-3df4d3f37a80" providerId="ADAL" clId="{2E0CCE2B-3859-4C85-B70B-89EB7386A836}" dt="2025-09-10T13:32:09.219" v="6274"/>
          <pc:sldLayoutMkLst>
            <pc:docMk/>
            <pc:sldMasterMk cId="223801886" sldId="2147483758"/>
            <pc:sldLayoutMk cId="3026486810" sldId="2147483762"/>
          </pc:sldLayoutMkLst>
        </pc:sldLayoutChg>
        <pc:sldLayoutChg chg="setBg">
          <pc:chgData name="Gramage_Casado,Martin (MED BDS) BIP-DE-B" userId="99069820-5ef7-45ab-a44b-3df4d3f37a80" providerId="ADAL" clId="{2E0CCE2B-3859-4C85-B70B-89EB7386A836}" dt="2025-09-10T09:20:56.686" v="5527"/>
          <pc:sldLayoutMkLst>
            <pc:docMk/>
            <pc:sldMasterMk cId="223801886" sldId="2147483758"/>
            <pc:sldLayoutMk cId="137401077" sldId="2147483763"/>
          </pc:sldLayoutMkLst>
        </pc:sldLayoutChg>
        <pc:sldLayoutChg chg="setBg">
          <pc:chgData name="Gramage_Casado,Martin (MED BDS) BIP-DE-B" userId="99069820-5ef7-45ab-a44b-3df4d3f37a80" providerId="ADAL" clId="{2E0CCE2B-3859-4C85-B70B-89EB7386A836}" dt="2025-09-10T09:20:56.686" v="5527"/>
          <pc:sldLayoutMkLst>
            <pc:docMk/>
            <pc:sldMasterMk cId="223801886" sldId="2147483758"/>
            <pc:sldLayoutMk cId="2426210524" sldId="2147483764"/>
          </pc:sldLayoutMkLst>
        </pc:sldLayoutChg>
        <pc:sldLayoutChg chg="setBg">
          <pc:chgData name="Gramage_Casado,Martin (MED BDS) BIP-DE-B" userId="99069820-5ef7-45ab-a44b-3df4d3f37a80" providerId="ADAL" clId="{2E0CCE2B-3859-4C85-B70B-89EB7386A836}" dt="2025-09-10T09:20:56.686" v="5527"/>
          <pc:sldLayoutMkLst>
            <pc:docMk/>
            <pc:sldMasterMk cId="223801886" sldId="2147483758"/>
            <pc:sldLayoutMk cId="1873031494" sldId="2147483765"/>
          </pc:sldLayoutMkLst>
        </pc:sldLayoutChg>
        <pc:sldLayoutChg chg="setBg">
          <pc:chgData name="Gramage_Casado,Martin (MED BDS) BIP-DE-B" userId="99069820-5ef7-45ab-a44b-3df4d3f37a80" providerId="ADAL" clId="{2E0CCE2B-3859-4C85-B70B-89EB7386A836}" dt="2025-09-10T09:20:56.686" v="5527"/>
          <pc:sldLayoutMkLst>
            <pc:docMk/>
            <pc:sldMasterMk cId="223801886" sldId="2147483758"/>
            <pc:sldLayoutMk cId="3975958797" sldId="2147483766"/>
          </pc:sldLayoutMkLst>
        </pc:sldLayoutChg>
        <pc:sldLayoutChg chg="setBg">
          <pc:chgData name="Gramage_Casado,Martin (MED BDS) BIP-DE-B" userId="99069820-5ef7-45ab-a44b-3df4d3f37a80" providerId="ADAL" clId="{2E0CCE2B-3859-4C85-B70B-89EB7386A836}" dt="2025-09-10T09:20:56.686" v="5527"/>
          <pc:sldLayoutMkLst>
            <pc:docMk/>
            <pc:sldMasterMk cId="223801886" sldId="2147483758"/>
            <pc:sldLayoutMk cId="2689987209" sldId="2147483767"/>
          </pc:sldLayoutMkLst>
        </pc:sldLayoutChg>
        <pc:sldLayoutChg chg="setBg">
          <pc:chgData name="Gramage_Casado,Martin (MED BDS) BIP-DE-B" userId="99069820-5ef7-45ab-a44b-3df4d3f37a80" providerId="ADAL" clId="{2E0CCE2B-3859-4C85-B70B-89EB7386A836}" dt="2025-09-10T09:20:56.686" v="5527"/>
          <pc:sldLayoutMkLst>
            <pc:docMk/>
            <pc:sldMasterMk cId="223801886" sldId="2147483758"/>
            <pc:sldLayoutMk cId="1225595155" sldId="2147483768"/>
          </pc:sldLayoutMkLst>
        </pc:sldLayoutChg>
        <pc:sldLayoutChg chg="setBg">
          <pc:chgData name="Gramage_Casado,Martin (MED BDS) BIP-DE-B" userId="99069820-5ef7-45ab-a44b-3df4d3f37a80" providerId="ADAL" clId="{2E0CCE2B-3859-4C85-B70B-89EB7386A836}" dt="2025-09-10T09:20:56.686" v="5527"/>
          <pc:sldLayoutMkLst>
            <pc:docMk/>
            <pc:sldMasterMk cId="223801886" sldId="2147483758"/>
            <pc:sldLayoutMk cId="2162317126" sldId="2147483769"/>
          </pc:sldLayoutMkLst>
        </pc:sldLayoutChg>
        <pc:sldLayoutChg chg="setBg">
          <pc:chgData name="Gramage_Casado,Martin (MED BDS) BIP-DE-B" userId="99069820-5ef7-45ab-a44b-3df4d3f37a80" providerId="ADAL" clId="{2E0CCE2B-3859-4C85-B70B-89EB7386A836}" dt="2025-09-10T09:20:56.686" v="5527"/>
          <pc:sldLayoutMkLst>
            <pc:docMk/>
            <pc:sldMasterMk cId="223801886" sldId="2147483758"/>
            <pc:sldLayoutMk cId="1439074502" sldId="2147483770"/>
          </pc:sldLayoutMkLst>
        </pc:sldLayoutChg>
        <pc:sldLayoutChg chg="setBg">
          <pc:chgData name="Gramage_Casado,Martin (MED BDS) BIP-DE-B" userId="99069820-5ef7-45ab-a44b-3df4d3f37a80" providerId="ADAL" clId="{2E0CCE2B-3859-4C85-B70B-89EB7386A836}" dt="2025-09-10T09:20:56.686" v="5527"/>
          <pc:sldLayoutMkLst>
            <pc:docMk/>
            <pc:sldMasterMk cId="223801886" sldId="2147483758"/>
            <pc:sldLayoutMk cId="1358420828" sldId="2147483771"/>
          </pc:sldLayoutMkLst>
        </pc:sldLayoutChg>
        <pc:sldLayoutChg chg="setBg">
          <pc:chgData name="Gramage_Casado,Martin (MED BDS) BIP-DE-B" userId="99069820-5ef7-45ab-a44b-3df4d3f37a80" providerId="ADAL" clId="{2E0CCE2B-3859-4C85-B70B-89EB7386A836}" dt="2025-09-10T09:20:56.686" v="5527"/>
          <pc:sldLayoutMkLst>
            <pc:docMk/>
            <pc:sldMasterMk cId="223801886" sldId="2147483758"/>
            <pc:sldLayoutMk cId="69919224" sldId="2147483772"/>
          </pc:sldLayoutMkLst>
        </pc:sldLayoutChg>
        <pc:sldLayoutChg chg="setBg">
          <pc:chgData name="Gramage_Casado,Martin (MED BDS) BIP-DE-B" userId="99069820-5ef7-45ab-a44b-3df4d3f37a80" providerId="ADAL" clId="{2E0CCE2B-3859-4C85-B70B-89EB7386A836}" dt="2025-09-10T09:20:56.686" v="5527"/>
          <pc:sldLayoutMkLst>
            <pc:docMk/>
            <pc:sldMasterMk cId="223801886" sldId="2147483758"/>
            <pc:sldLayoutMk cId="4236204785" sldId="2147483773"/>
          </pc:sldLayoutMkLst>
        </pc:sldLayoutChg>
        <pc:sldLayoutChg chg="setBg">
          <pc:chgData name="Gramage_Casado,Martin (MED BDS) BIP-DE-B" userId="99069820-5ef7-45ab-a44b-3df4d3f37a80" providerId="ADAL" clId="{2E0CCE2B-3859-4C85-B70B-89EB7386A836}" dt="2025-09-10T09:20:56.686" v="5527"/>
          <pc:sldLayoutMkLst>
            <pc:docMk/>
            <pc:sldMasterMk cId="223801886" sldId="2147483758"/>
            <pc:sldLayoutMk cId="1993108162" sldId="2147483774"/>
          </pc:sldLayoutMkLst>
        </pc:sldLayoutChg>
        <pc:sldLayoutChg chg="setBg">
          <pc:chgData name="Gramage_Casado,Martin (MED BDS) BIP-DE-B" userId="99069820-5ef7-45ab-a44b-3df4d3f37a80" providerId="ADAL" clId="{2E0CCE2B-3859-4C85-B70B-89EB7386A836}" dt="2025-09-10T09:20:56.686" v="5527"/>
          <pc:sldLayoutMkLst>
            <pc:docMk/>
            <pc:sldMasterMk cId="223801886" sldId="2147483758"/>
            <pc:sldLayoutMk cId="3493257724" sldId="214748377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644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575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006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486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01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210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031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58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987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595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317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9074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420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192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2047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1081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25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018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.png"/><Relationship Id="rId7" Type="http://schemas.openxmlformats.org/officeDocument/2006/relationships/image" Target="../media/image4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.png"/><Relationship Id="rId7" Type="http://schemas.openxmlformats.org/officeDocument/2006/relationships/image" Target="../media/image4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.png"/><Relationship Id="rId7" Type="http://schemas.openxmlformats.org/officeDocument/2006/relationships/image" Target="../media/image4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E2163-DD57-8E2F-6E63-70E3C6C4D3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RBesT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Bayesmeta</a:t>
            </a:r>
            <a:r>
              <a:rPr lang="de-DE" dirty="0"/>
              <a:t> in MAP </a:t>
            </a:r>
            <a:r>
              <a:rPr lang="de-DE" dirty="0" err="1"/>
              <a:t>computation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2EDA80-5BBE-756D-6279-40EBA87980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frameworks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obatin</a:t>
            </a:r>
            <a:r>
              <a:rPr lang="de-DE" dirty="0"/>
              <a:t> MAP </a:t>
            </a:r>
            <a:r>
              <a:rPr lang="de-DE" dirty="0" err="1"/>
              <a:t>priors</a:t>
            </a:r>
            <a:r>
              <a:rPr lang="de-DE" dirty="0"/>
              <a:t> in </a:t>
            </a:r>
            <a:r>
              <a:rPr lang="de-DE" dirty="0" err="1"/>
              <a:t>Bayesian</a:t>
            </a:r>
            <a:r>
              <a:rPr lang="de-DE" dirty="0"/>
              <a:t> </a:t>
            </a:r>
            <a:r>
              <a:rPr lang="de-DE" dirty="0" err="1"/>
              <a:t>borrowing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clinical</a:t>
            </a:r>
            <a:r>
              <a:rPr lang="de-DE" dirty="0"/>
              <a:t> </a:t>
            </a:r>
            <a:r>
              <a:rPr lang="de-DE" dirty="0" err="1"/>
              <a:t>trials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38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5C7B4-74D5-4D16-45DA-EAEDB5AE3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EBEBEB"/>
                </a:solidFill>
              </a:rPr>
              <a:t>Meta-anaylisis</a:t>
            </a:r>
            <a:endParaRPr lang="en-US">
              <a:solidFill>
                <a:srgbClr val="EBEBEB"/>
              </a:solidFill>
            </a:endParaRP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3069F9-BD45-316B-4E8E-D3828515B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801" y="1483714"/>
            <a:ext cx="5449889" cy="3866996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94C8C-8E77-0602-B08C-943457D95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066" y="1670069"/>
            <a:ext cx="4612909" cy="4224721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EBEBEB"/>
                </a:solidFill>
              </a:rPr>
              <a:t>Meta-</a:t>
            </a:r>
            <a:r>
              <a:rPr lang="de-DE" dirty="0" err="1">
                <a:solidFill>
                  <a:srgbClr val="EBEBEB"/>
                </a:solidFill>
              </a:rPr>
              <a:t>analytic</a:t>
            </a:r>
            <a:r>
              <a:rPr lang="de-DE" dirty="0">
                <a:solidFill>
                  <a:srgbClr val="EBEBEB"/>
                </a:solidFill>
              </a:rPr>
              <a:t> </a:t>
            </a:r>
            <a:r>
              <a:rPr lang="de-DE" dirty="0" err="1">
                <a:solidFill>
                  <a:srgbClr val="EBEBEB"/>
                </a:solidFill>
              </a:rPr>
              <a:t>hierarchical</a:t>
            </a:r>
            <a:r>
              <a:rPr lang="de-DE" dirty="0">
                <a:solidFill>
                  <a:srgbClr val="EBEBEB"/>
                </a:solidFill>
              </a:rPr>
              <a:t> </a:t>
            </a:r>
            <a:r>
              <a:rPr lang="de-DE" dirty="0" err="1">
                <a:solidFill>
                  <a:srgbClr val="EBEBEB"/>
                </a:solidFill>
              </a:rPr>
              <a:t>model</a:t>
            </a:r>
            <a:r>
              <a:rPr lang="de-DE" dirty="0">
                <a:solidFill>
                  <a:srgbClr val="EBEBEB"/>
                </a:solidFill>
              </a:rPr>
              <a:t>.</a:t>
            </a:r>
          </a:p>
          <a:p>
            <a:pPr lvl="1"/>
            <a:r>
              <a:rPr lang="de-DE" dirty="0">
                <a:solidFill>
                  <a:srgbClr val="EBEBEB"/>
                </a:solidFill>
              </a:rPr>
              <a:t>MAC </a:t>
            </a:r>
            <a:r>
              <a:rPr lang="de-DE" dirty="0">
                <a:solidFill>
                  <a:schemeClr val="bg1"/>
                </a:solidFill>
              </a:rPr>
              <a:t>: </a:t>
            </a:r>
          </a:p>
          <a:p>
            <a:pPr marL="457200" lvl="1" indent="0">
              <a:buNone/>
            </a:pPr>
            <a:r>
              <a:rPr lang="en-US" sz="1400" b="1" dirty="0">
                <a:solidFill>
                  <a:schemeClr val="bg1"/>
                </a:solidFill>
                <a:highlight>
                  <a:srgbClr val="008080"/>
                </a:highlight>
              </a:rPr>
              <a:t> p(</a:t>
            </a:r>
            <a:r>
              <a:rPr lang="el-GR" sz="1400" b="1" dirty="0">
                <a:solidFill>
                  <a:schemeClr val="bg1"/>
                </a:solidFill>
                <a:highlight>
                  <a:srgbClr val="008080"/>
                </a:highlight>
              </a:rPr>
              <a:t>θ₍∗₎, θ₁, ..., θ</a:t>
            </a:r>
            <a:r>
              <a:rPr lang="en-US" sz="1400" b="1" dirty="0">
                <a:solidFill>
                  <a:schemeClr val="bg1"/>
                </a:solidFill>
                <a:highlight>
                  <a:srgbClr val="008080"/>
                </a:highlight>
              </a:rPr>
              <a:t>ⱼ | Y₍∗₎, Y₁, ..., Yⱼ).   </a:t>
            </a:r>
          </a:p>
          <a:p>
            <a:pPr lvl="1"/>
            <a:r>
              <a:rPr lang="de-DE" dirty="0">
                <a:solidFill>
                  <a:srgbClr val="EBEBEB"/>
                </a:solidFill>
              </a:rPr>
              <a:t>MAP: </a:t>
            </a:r>
          </a:p>
          <a:p>
            <a:pPr marL="457200" lvl="1" indent="0">
              <a:buNone/>
            </a:pPr>
            <a:r>
              <a:rPr lang="de-DE" sz="1400" b="1" dirty="0">
                <a:solidFill>
                  <a:srgbClr val="EBEBEB"/>
                </a:solidFill>
                <a:highlight>
                  <a:srgbClr val="008080"/>
                </a:highlight>
              </a:rPr>
              <a:t> </a:t>
            </a:r>
            <a:r>
              <a:rPr lang="de-DE" sz="1400" b="1" dirty="0" err="1">
                <a:solidFill>
                  <a:srgbClr val="EBEBEB"/>
                </a:solidFill>
                <a:highlight>
                  <a:srgbClr val="008080"/>
                </a:highlight>
              </a:rPr>
              <a:t>pMAP</a:t>
            </a:r>
            <a:r>
              <a:rPr lang="de-DE" sz="1400" b="1" dirty="0">
                <a:solidFill>
                  <a:srgbClr val="EBEBEB"/>
                </a:solidFill>
                <a:highlight>
                  <a:srgbClr val="008080"/>
                </a:highlight>
              </a:rPr>
              <a:t>(</a:t>
            </a:r>
            <a:r>
              <a:rPr lang="el-GR" sz="1400" b="1" dirty="0">
                <a:solidFill>
                  <a:srgbClr val="EBEBEB"/>
                </a:solidFill>
                <a:highlight>
                  <a:srgbClr val="008080"/>
                </a:highlight>
              </a:rPr>
              <a:t>θ₍∗₎) = </a:t>
            </a:r>
            <a:r>
              <a:rPr lang="de-DE" sz="1400" b="1" dirty="0">
                <a:solidFill>
                  <a:srgbClr val="EBEBEB"/>
                </a:solidFill>
                <a:highlight>
                  <a:srgbClr val="008080"/>
                </a:highlight>
              </a:rPr>
              <a:t>p(</a:t>
            </a:r>
            <a:r>
              <a:rPr lang="el-GR" sz="1400" b="1" dirty="0">
                <a:solidFill>
                  <a:srgbClr val="EBEBEB"/>
                </a:solidFill>
                <a:highlight>
                  <a:srgbClr val="008080"/>
                </a:highlight>
              </a:rPr>
              <a:t>θ₍∗₎ | </a:t>
            </a:r>
            <a:r>
              <a:rPr lang="de-DE" sz="1400" b="1" dirty="0">
                <a:solidFill>
                  <a:srgbClr val="EBEBEB"/>
                </a:solidFill>
                <a:highlight>
                  <a:srgbClr val="008080"/>
                </a:highlight>
              </a:rPr>
              <a:t>Y₁, ..., Yⱼ).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de-DE" sz="1200" dirty="0" err="1">
                <a:solidFill>
                  <a:srgbClr val="EBEBEB"/>
                </a:solidFill>
              </a:rPr>
              <a:t>When</a:t>
            </a:r>
            <a:r>
              <a:rPr lang="de-DE" sz="1200" dirty="0">
                <a:solidFill>
                  <a:srgbClr val="EBEBEB"/>
                </a:solidFill>
              </a:rPr>
              <a:t> </a:t>
            </a:r>
            <a:r>
              <a:rPr lang="de-DE" sz="1200" dirty="0" err="1">
                <a:solidFill>
                  <a:srgbClr val="EBEBEB"/>
                </a:solidFill>
              </a:rPr>
              <a:t>the</a:t>
            </a:r>
            <a:r>
              <a:rPr lang="de-DE" sz="1200" dirty="0">
                <a:solidFill>
                  <a:srgbClr val="EBEBEB"/>
                </a:solidFill>
              </a:rPr>
              <a:t> MAP </a:t>
            </a:r>
            <a:r>
              <a:rPr lang="de-DE" sz="1200" dirty="0" err="1">
                <a:solidFill>
                  <a:srgbClr val="EBEBEB"/>
                </a:solidFill>
              </a:rPr>
              <a:t>is</a:t>
            </a:r>
            <a:r>
              <a:rPr lang="de-DE" sz="1200" dirty="0">
                <a:solidFill>
                  <a:srgbClr val="EBEBEB"/>
                </a:solidFill>
              </a:rPr>
              <a:t> </a:t>
            </a:r>
            <a:r>
              <a:rPr lang="de-DE" sz="1200" dirty="0" err="1">
                <a:solidFill>
                  <a:srgbClr val="EBEBEB"/>
                </a:solidFill>
              </a:rPr>
              <a:t>updated</a:t>
            </a:r>
            <a:r>
              <a:rPr lang="de-DE" sz="1200" dirty="0">
                <a:solidFill>
                  <a:srgbClr val="EBEBEB"/>
                </a:solidFill>
              </a:rPr>
              <a:t> </a:t>
            </a:r>
            <a:r>
              <a:rPr lang="de-DE" sz="1200" dirty="0" err="1">
                <a:solidFill>
                  <a:srgbClr val="EBEBEB"/>
                </a:solidFill>
              </a:rPr>
              <a:t>with</a:t>
            </a:r>
            <a:r>
              <a:rPr lang="de-DE" sz="1200" dirty="0">
                <a:solidFill>
                  <a:srgbClr val="EBEBEB"/>
                </a:solidFill>
              </a:rPr>
              <a:t> </a:t>
            </a:r>
            <a:r>
              <a:rPr lang="de-DE" sz="1200" dirty="0" err="1">
                <a:solidFill>
                  <a:srgbClr val="EBEBEB"/>
                </a:solidFill>
              </a:rPr>
              <a:t>the</a:t>
            </a:r>
            <a:r>
              <a:rPr lang="de-DE" sz="1200" dirty="0">
                <a:solidFill>
                  <a:srgbClr val="EBEBEB"/>
                </a:solidFill>
              </a:rPr>
              <a:t> </a:t>
            </a:r>
            <a:r>
              <a:rPr lang="de-DE" sz="1200" dirty="0" err="1">
                <a:solidFill>
                  <a:srgbClr val="EBEBEB"/>
                </a:solidFill>
              </a:rPr>
              <a:t>new</a:t>
            </a:r>
            <a:r>
              <a:rPr lang="de-DE" sz="1200" dirty="0">
                <a:solidFill>
                  <a:srgbClr val="EBEBEB"/>
                </a:solidFill>
              </a:rPr>
              <a:t> </a:t>
            </a:r>
            <a:r>
              <a:rPr lang="de-DE" sz="1200" dirty="0" err="1">
                <a:solidFill>
                  <a:srgbClr val="EBEBEB"/>
                </a:solidFill>
              </a:rPr>
              <a:t>study</a:t>
            </a:r>
            <a:r>
              <a:rPr lang="de-DE" sz="1200" dirty="0">
                <a:solidFill>
                  <a:srgbClr val="EBEBEB"/>
                </a:solidFill>
              </a:rPr>
              <a:t> </a:t>
            </a:r>
            <a:r>
              <a:rPr lang="de-DE" sz="1200" dirty="0" err="1">
                <a:solidFill>
                  <a:srgbClr val="EBEBEB"/>
                </a:solidFill>
              </a:rPr>
              <a:t>data</a:t>
            </a:r>
            <a:r>
              <a:rPr lang="de-DE" sz="1200" dirty="0">
                <a:solidFill>
                  <a:srgbClr val="EBEBEB"/>
                </a:solidFill>
              </a:rPr>
              <a:t>:</a:t>
            </a:r>
          </a:p>
          <a:p>
            <a:pPr marL="457200" lvl="1" indent="0">
              <a:buNone/>
            </a:pPr>
            <a:r>
              <a:rPr lang="de-DE" sz="1400" b="1" dirty="0">
                <a:solidFill>
                  <a:srgbClr val="EBEBEB"/>
                </a:solidFill>
                <a:highlight>
                  <a:srgbClr val="008080"/>
                </a:highlight>
              </a:rPr>
              <a:t> p(</a:t>
            </a:r>
            <a:r>
              <a:rPr lang="el-GR" sz="1400" b="1" dirty="0">
                <a:solidFill>
                  <a:srgbClr val="EBEBEB"/>
                </a:solidFill>
                <a:highlight>
                  <a:srgbClr val="008080"/>
                </a:highlight>
              </a:rPr>
              <a:t>θ₍∗₎ | </a:t>
            </a:r>
            <a:r>
              <a:rPr lang="de-DE" sz="1400" b="1" dirty="0">
                <a:solidFill>
                  <a:srgbClr val="EBEBEB"/>
                </a:solidFill>
                <a:highlight>
                  <a:srgbClr val="008080"/>
                </a:highlight>
              </a:rPr>
              <a:t>Y₍∗₎) ∝ p(Y₍∗₎ | </a:t>
            </a:r>
            <a:r>
              <a:rPr lang="el-GR" sz="1400" b="1" dirty="0">
                <a:solidFill>
                  <a:srgbClr val="EBEBEB"/>
                </a:solidFill>
                <a:highlight>
                  <a:srgbClr val="008080"/>
                </a:highlight>
              </a:rPr>
              <a:t>θ₍∗₎) · </a:t>
            </a:r>
            <a:r>
              <a:rPr lang="de-DE" sz="1400" b="1" dirty="0" err="1">
                <a:solidFill>
                  <a:srgbClr val="EBEBEB"/>
                </a:solidFill>
                <a:highlight>
                  <a:srgbClr val="008080"/>
                </a:highlight>
              </a:rPr>
              <a:t>pMAP</a:t>
            </a:r>
            <a:r>
              <a:rPr lang="de-DE" sz="1400" b="1" dirty="0">
                <a:solidFill>
                  <a:srgbClr val="EBEBEB"/>
                </a:solidFill>
                <a:highlight>
                  <a:srgbClr val="008080"/>
                </a:highlight>
              </a:rPr>
              <a:t>(</a:t>
            </a:r>
            <a:r>
              <a:rPr lang="el-GR" sz="1400" b="1" dirty="0">
                <a:solidFill>
                  <a:srgbClr val="EBEBEB"/>
                </a:solidFill>
                <a:highlight>
                  <a:srgbClr val="008080"/>
                </a:highlight>
              </a:rPr>
              <a:t>θ₍∗₎)</a:t>
            </a:r>
            <a:r>
              <a:rPr lang="de-DE" sz="1400" b="1" dirty="0">
                <a:solidFill>
                  <a:srgbClr val="EBEBEB"/>
                </a:solidFill>
                <a:highlight>
                  <a:srgbClr val="008080"/>
                </a:highlight>
              </a:rPr>
              <a:t>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de-DE" sz="1200" dirty="0" err="1">
                <a:solidFill>
                  <a:srgbClr val="EBEBEB"/>
                </a:solidFill>
              </a:rPr>
              <a:t>It</a:t>
            </a:r>
            <a:r>
              <a:rPr lang="de-DE" sz="1200" dirty="0">
                <a:solidFill>
                  <a:srgbClr val="EBEBEB"/>
                </a:solidFill>
              </a:rPr>
              <a:t> </a:t>
            </a:r>
            <a:r>
              <a:rPr lang="de-DE" sz="1200" dirty="0" err="1">
                <a:solidFill>
                  <a:srgbClr val="EBEBEB"/>
                </a:solidFill>
              </a:rPr>
              <a:t>is</a:t>
            </a:r>
            <a:r>
              <a:rPr lang="de-DE" sz="1200" dirty="0">
                <a:solidFill>
                  <a:srgbClr val="EBEBEB"/>
                </a:solidFill>
              </a:rPr>
              <a:t> </a:t>
            </a:r>
            <a:r>
              <a:rPr lang="de-DE" sz="1200" dirty="0" err="1">
                <a:solidFill>
                  <a:srgbClr val="EBEBEB"/>
                </a:solidFill>
              </a:rPr>
              <a:t>equivalent</a:t>
            </a:r>
            <a:r>
              <a:rPr lang="de-DE" sz="1200" dirty="0">
                <a:solidFill>
                  <a:srgbClr val="EBEBEB"/>
                </a:solidFill>
              </a:rPr>
              <a:t> </a:t>
            </a:r>
            <a:r>
              <a:rPr lang="de-DE" sz="1200" dirty="0" err="1">
                <a:solidFill>
                  <a:srgbClr val="EBEBEB"/>
                </a:solidFill>
              </a:rPr>
              <a:t>to</a:t>
            </a:r>
            <a:r>
              <a:rPr lang="de-DE" sz="1200" dirty="0">
                <a:solidFill>
                  <a:srgbClr val="EBEBEB"/>
                </a:solidFill>
              </a:rPr>
              <a:t> </a:t>
            </a:r>
            <a:r>
              <a:rPr lang="de-DE" sz="1200" dirty="0" err="1">
                <a:solidFill>
                  <a:srgbClr val="EBEBEB"/>
                </a:solidFill>
              </a:rPr>
              <a:t>the</a:t>
            </a:r>
            <a:r>
              <a:rPr lang="de-DE" sz="1200" dirty="0">
                <a:solidFill>
                  <a:srgbClr val="EBEBEB"/>
                </a:solidFill>
              </a:rPr>
              <a:t> MAC.</a:t>
            </a:r>
          </a:p>
          <a:p>
            <a:pPr marL="457200" lvl="1" indent="0">
              <a:buNone/>
            </a:pPr>
            <a:r>
              <a:rPr lang="de-DE" sz="1400" dirty="0">
                <a:solidFill>
                  <a:srgbClr val="EBEBEB"/>
                </a:solidFill>
              </a:rPr>
              <a:t>	</a:t>
            </a:r>
          </a:p>
          <a:p>
            <a:pPr marL="457200" lvl="1" indent="0">
              <a:buNone/>
            </a:pPr>
            <a:endParaRPr lang="en-US" sz="1400" dirty="0">
              <a:solidFill>
                <a:srgbClr val="EBEBE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FE7A49-F3C9-707F-CDB5-3AA6DEE1AB1A}"/>
              </a:ext>
            </a:extLst>
          </p:cNvPr>
          <p:cNvSpPr txBox="1"/>
          <p:nvPr/>
        </p:nvSpPr>
        <p:spPr>
          <a:xfrm>
            <a:off x="10442447" y="6308981"/>
            <a:ext cx="14730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Weber. 2021</a:t>
            </a:r>
            <a:endParaRPr lang="en-US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F12092-E2CC-10AF-3F3C-C798059C3C77}"/>
              </a:ext>
            </a:extLst>
          </p:cNvPr>
          <p:cNvSpPr/>
          <p:nvPr/>
        </p:nvSpPr>
        <p:spPr>
          <a:xfrm>
            <a:off x="6583680" y="1670069"/>
            <a:ext cx="4664287" cy="960407"/>
          </a:xfrm>
          <a:prstGeom prst="rect">
            <a:avLst/>
          </a:prstGeom>
          <a:solidFill>
            <a:srgbClr val="0070C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776F2F-C1CA-442E-F287-BE74B9BF566A}"/>
              </a:ext>
            </a:extLst>
          </p:cNvPr>
          <p:cNvSpPr/>
          <p:nvPr/>
        </p:nvSpPr>
        <p:spPr>
          <a:xfrm>
            <a:off x="6583680" y="2670175"/>
            <a:ext cx="3623057" cy="1335131"/>
          </a:xfrm>
          <a:prstGeom prst="rect">
            <a:avLst/>
          </a:prstGeom>
          <a:solidFill>
            <a:srgbClr val="7030A0">
              <a:alpha val="1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F52E20-115B-8B69-235E-21F73DF24C86}"/>
              </a:ext>
            </a:extLst>
          </p:cNvPr>
          <p:cNvSpPr/>
          <p:nvPr/>
        </p:nvSpPr>
        <p:spPr>
          <a:xfrm>
            <a:off x="6583680" y="4045849"/>
            <a:ext cx="3623057" cy="1192236"/>
          </a:xfrm>
          <a:prstGeom prst="rect">
            <a:avLst/>
          </a:prstGeom>
          <a:solidFill>
            <a:srgbClr val="FFFF0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EAF821-41EA-09CC-781E-FE9399B0C62A}"/>
              </a:ext>
            </a:extLst>
          </p:cNvPr>
          <p:cNvSpPr txBox="1"/>
          <p:nvPr/>
        </p:nvSpPr>
        <p:spPr>
          <a:xfrm>
            <a:off x="10442448" y="4457301"/>
            <a:ext cx="865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MAP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DED3D1-BB38-4A06-15D3-F35862179125}"/>
              </a:ext>
            </a:extLst>
          </p:cNvPr>
          <p:cNvSpPr/>
          <p:nvPr/>
        </p:nvSpPr>
        <p:spPr>
          <a:xfrm>
            <a:off x="6270741" y="1397696"/>
            <a:ext cx="5364408" cy="44296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F20436-FCCA-A89C-B7E0-CA14258D2A87}"/>
              </a:ext>
            </a:extLst>
          </p:cNvPr>
          <p:cNvSpPr txBox="1"/>
          <p:nvPr/>
        </p:nvSpPr>
        <p:spPr>
          <a:xfrm>
            <a:off x="6270740" y="5894790"/>
            <a:ext cx="427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MAC: </a:t>
            </a:r>
            <a:r>
              <a:rPr lang="de-DE" sz="1400" dirty="0" err="1"/>
              <a:t>when</a:t>
            </a:r>
            <a:r>
              <a:rPr lang="de-DE" sz="1400" dirty="0"/>
              <a:t> </a:t>
            </a:r>
            <a:r>
              <a:rPr lang="de-DE" sz="1400" dirty="0" err="1"/>
              <a:t>we</a:t>
            </a:r>
            <a:r>
              <a:rPr lang="de-DE" sz="1400" dirty="0"/>
              <a:t> </a:t>
            </a:r>
            <a:r>
              <a:rPr lang="de-DE" sz="1400" dirty="0" err="1"/>
              <a:t>have</a:t>
            </a:r>
            <a:r>
              <a:rPr lang="de-DE" sz="1400" dirty="0"/>
              <a:t> </a:t>
            </a:r>
            <a:r>
              <a:rPr lang="de-DE" sz="1400" dirty="0" err="1"/>
              <a:t>data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all </a:t>
            </a:r>
            <a:r>
              <a:rPr lang="de-DE" sz="1400" dirty="0" err="1"/>
              <a:t>studies</a:t>
            </a:r>
            <a:r>
              <a:rPr lang="de-DE" sz="1400" dirty="0"/>
              <a:t> </a:t>
            </a:r>
            <a:endParaRPr lang="en-US" sz="14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637F9D0-18CC-CC0C-9B61-2D908F25C0DC}"/>
              </a:ext>
            </a:extLst>
          </p:cNvPr>
          <p:cNvSpPr/>
          <p:nvPr/>
        </p:nvSpPr>
        <p:spPr>
          <a:xfrm>
            <a:off x="6344993" y="1457325"/>
            <a:ext cx="4975777" cy="4035198"/>
          </a:xfrm>
          <a:custGeom>
            <a:avLst/>
            <a:gdLst>
              <a:gd name="connsiteX0" fmla="*/ 0 w 5088466"/>
              <a:gd name="connsiteY0" fmla="*/ 0 h 4004733"/>
              <a:gd name="connsiteX1" fmla="*/ 5088466 w 5088466"/>
              <a:gd name="connsiteY1" fmla="*/ 8466 h 4004733"/>
              <a:gd name="connsiteX2" fmla="*/ 5088466 w 5088466"/>
              <a:gd name="connsiteY2" fmla="*/ 1303866 h 4004733"/>
              <a:gd name="connsiteX3" fmla="*/ 4021666 w 5088466"/>
              <a:gd name="connsiteY3" fmla="*/ 1303866 h 4004733"/>
              <a:gd name="connsiteX4" fmla="*/ 4038600 w 5088466"/>
              <a:gd name="connsiteY4" fmla="*/ 4004733 h 4004733"/>
              <a:gd name="connsiteX5" fmla="*/ 33866 w 5088466"/>
              <a:gd name="connsiteY5" fmla="*/ 3953933 h 4004733"/>
              <a:gd name="connsiteX6" fmla="*/ 0 w 5088466"/>
              <a:gd name="connsiteY6" fmla="*/ 0 h 4004733"/>
              <a:gd name="connsiteX0" fmla="*/ 0 w 5088466"/>
              <a:gd name="connsiteY0" fmla="*/ 0 h 4011465"/>
              <a:gd name="connsiteX1" fmla="*/ 5088466 w 5088466"/>
              <a:gd name="connsiteY1" fmla="*/ 8466 h 4011465"/>
              <a:gd name="connsiteX2" fmla="*/ 5088466 w 5088466"/>
              <a:gd name="connsiteY2" fmla="*/ 1303866 h 4011465"/>
              <a:gd name="connsiteX3" fmla="*/ 4021666 w 5088466"/>
              <a:gd name="connsiteY3" fmla="*/ 1303866 h 4011465"/>
              <a:gd name="connsiteX4" fmla="*/ 4038600 w 5088466"/>
              <a:gd name="connsiteY4" fmla="*/ 4004733 h 4011465"/>
              <a:gd name="connsiteX5" fmla="*/ 43746 w 5088466"/>
              <a:gd name="connsiteY5" fmla="*/ 4011465 h 4011465"/>
              <a:gd name="connsiteX6" fmla="*/ 0 w 5088466"/>
              <a:gd name="connsiteY6" fmla="*/ 0 h 4011465"/>
              <a:gd name="connsiteX0" fmla="*/ 0 w 5098346"/>
              <a:gd name="connsiteY0" fmla="*/ 29890 h 4002999"/>
              <a:gd name="connsiteX1" fmla="*/ 5098346 w 5098346"/>
              <a:gd name="connsiteY1" fmla="*/ 0 h 4002999"/>
              <a:gd name="connsiteX2" fmla="*/ 5098346 w 5098346"/>
              <a:gd name="connsiteY2" fmla="*/ 1295400 h 4002999"/>
              <a:gd name="connsiteX3" fmla="*/ 4031546 w 5098346"/>
              <a:gd name="connsiteY3" fmla="*/ 1295400 h 4002999"/>
              <a:gd name="connsiteX4" fmla="*/ 4048480 w 5098346"/>
              <a:gd name="connsiteY4" fmla="*/ 3996267 h 4002999"/>
              <a:gd name="connsiteX5" fmla="*/ 53626 w 5098346"/>
              <a:gd name="connsiteY5" fmla="*/ 4002999 h 4002999"/>
              <a:gd name="connsiteX6" fmla="*/ 0 w 5098346"/>
              <a:gd name="connsiteY6" fmla="*/ 29890 h 4002999"/>
              <a:gd name="connsiteX0" fmla="*/ 0 w 5098346"/>
              <a:gd name="connsiteY0" fmla="*/ 39479 h 4012588"/>
              <a:gd name="connsiteX1" fmla="*/ 5088465 w 5098346"/>
              <a:gd name="connsiteY1" fmla="*/ 0 h 4012588"/>
              <a:gd name="connsiteX2" fmla="*/ 5098346 w 5098346"/>
              <a:gd name="connsiteY2" fmla="*/ 1304989 h 4012588"/>
              <a:gd name="connsiteX3" fmla="*/ 4031546 w 5098346"/>
              <a:gd name="connsiteY3" fmla="*/ 1304989 h 4012588"/>
              <a:gd name="connsiteX4" fmla="*/ 4048480 w 5098346"/>
              <a:gd name="connsiteY4" fmla="*/ 4005856 h 4012588"/>
              <a:gd name="connsiteX5" fmla="*/ 53626 w 5098346"/>
              <a:gd name="connsiteY5" fmla="*/ 4012588 h 4012588"/>
              <a:gd name="connsiteX6" fmla="*/ 0 w 5098346"/>
              <a:gd name="connsiteY6" fmla="*/ 39479 h 4012588"/>
              <a:gd name="connsiteX0" fmla="*/ 0 w 5098346"/>
              <a:gd name="connsiteY0" fmla="*/ 11012 h 3984121"/>
              <a:gd name="connsiteX1" fmla="*/ 5085206 w 5098346"/>
              <a:gd name="connsiteY1" fmla="*/ 0 h 3984121"/>
              <a:gd name="connsiteX2" fmla="*/ 5098346 w 5098346"/>
              <a:gd name="connsiteY2" fmla="*/ 1276522 h 3984121"/>
              <a:gd name="connsiteX3" fmla="*/ 4031546 w 5098346"/>
              <a:gd name="connsiteY3" fmla="*/ 1276522 h 3984121"/>
              <a:gd name="connsiteX4" fmla="*/ 4048480 w 5098346"/>
              <a:gd name="connsiteY4" fmla="*/ 3977389 h 3984121"/>
              <a:gd name="connsiteX5" fmla="*/ 53626 w 5098346"/>
              <a:gd name="connsiteY5" fmla="*/ 3984121 h 3984121"/>
              <a:gd name="connsiteX6" fmla="*/ 0 w 5098346"/>
              <a:gd name="connsiteY6" fmla="*/ 11012 h 3984121"/>
              <a:gd name="connsiteX0" fmla="*/ 0 w 5111382"/>
              <a:gd name="connsiteY0" fmla="*/ 11012 h 3984121"/>
              <a:gd name="connsiteX1" fmla="*/ 5098242 w 5111382"/>
              <a:gd name="connsiteY1" fmla="*/ 0 h 3984121"/>
              <a:gd name="connsiteX2" fmla="*/ 5111382 w 5111382"/>
              <a:gd name="connsiteY2" fmla="*/ 1276522 h 3984121"/>
              <a:gd name="connsiteX3" fmla="*/ 4044582 w 5111382"/>
              <a:gd name="connsiteY3" fmla="*/ 1276522 h 3984121"/>
              <a:gd name="connsiteX4" fmla="*/ 4061516 w 5111382"/>
              <a:gd name="connsiteY4" fmla="*/ 3977389 h 3984121"/>
              <a:gd name="connsiteX5" fmla="*/ 66662 w 5111382"/>
              <a:gd name="connsiteY5" fmla="*/ 3984121 h 3984121"/>
              <a:gd name="connsiteX6" fmla="*/ 0 w 5111382"/>
              <a:gd name="connsiteY6" fmla="*/ 11012 h 3984121"/>
              <a:gd name="connsiteX0" fmla="*/ 1778 w 5113160"/>
              <a:gd name="connsiteY0" fmla="*/ 11012 h 3996690"/>
              <a:gd name="connsiteX1" fmla="*/ 5100020 w 5113160"/>
              <a:gd name="connsiteY1" fmla="*/ 0 h 3996690"/>
              <a:gd name="connsiteX2" fmla="*/ 5113160 w 5113160"/>
              <a:gd name="connsiteY2" fmla="*/ 1276522 h 3996690"/>
              <a:gd name="connsiteX3" fmla="*/ 4046360 w 5113160"/>
              <a:gd name="connsiteY3" fmla="*/ 1276522 h 3996690"/>
              <a:gd name="connsiteX4" fmla="*/ 4063294 w 5113160"/>
              <a:gd name="connsiteY4" fmla="*/ 3977389 h 3996690"/>
              <a:gd name="connsiteX5" fmla="*/ 0 w 5113160"/>
              <a:gd name="connsiteY5" fmla="*/ 3996690 h 3996690"/>
              <a:gd name="connsiteX6" fmla="*/ 1778 w 5113160"/>
              <a:gd name="connsiteY6" fmla="*/ 11012 h 3996690"/>
              <a:gd name="connsiteX0" fmla="*/ 8296 w 5119678"/>
              <a:gd name="connsiteY0" fmla="*/ 11012 h 3993548"/>
              <a:gd name="connsiteX1" fmla="*/ 5106538 w 5119678"/>
              <a:gd name="connsiteY1" fmla="*/ 0 h 3993548"/>
              <a:gd name="connsiteX2" fmla="*/ 5119678 w 5119678"/>
              <a:gd name="connsiteY2" fmla="*/ 1276522 h 3993548"/>
              <a:gd name="connsiteX3" fmla="*/ 4052878 w 5119678"/>
              <a:gd name="connsiteY3" fmla="*/ 1276522 h 3993548"/>
              <a:gd name="connsiteX4" fmla="*/ 4069812 w 5119678"/>
              <a:gd name="connsiteY4" fmla="*/ 3977389 h 3993548"/>
              <a:gd name="connsiteX5" fmla="*/ 0 w 5119678"/>
              <a:gd name="connsiteY5" fmla="*/ 3993548 h 3993548"/>
              <a:gd name="connsiteX6" fmla="*/ 8296 w 5119678"/>
              <a:gd name="connsiteY6" fmla="*/ 11012 h 3993548"/>
              <a:gd name="connsiteX0" fmla="*/ 8296 w 5119678"/>
              <a:gd name="connsiteY0" fmla="*/ 11012 h 4002527"/>
              <a:gd name="connsiteX1" fmla="*/ 5106538 w 5119678"/>
              <a:gd name="connsiteY1" fmla="*/ 0 h 4002527"/>
              <a:gd name="connsiteX2" fmla="*/ 5119678 w 5119678"/>
              <a:gd name="connsiteY2" fmla="*/ 1276522 h 4002527"/>
              <a:gd name="connsiteX3" fmla="*/ 4052878 w 5119678"/>
              <a:gd name="connsiteY3" fmla="*/ 1276522 h 4002527"/>
              <a:gd name="connsiteX4" fmla="*/ 4069812 w 5119678"/>
              <a:gd name="connsiteY4" fmla="*/ 4002527 h 4002527"/>
              <a:gd name="connsiteX5" fmla="*/ 0 w 5119678"/>
              <a:gd name="connsiteY5" fmla="*/ 3993548 h 4002527"/>
              <a:gd name="connsiteX6" fmla="*/ 8296 w 5119678"/>
              <a:gd name="connsiteY6" fmla="*/ 11012 h 4002527"/>
              <a:gd name="connsiteX0" fmla="*/ 8296 w 5119678"/>
              <a:gd name="connsiteY0" fmla="*/ 11012 h 3993548"/>
              <a:gd name="connsiteX1" fmla="*/ 5106538 w 5119678"/>
              <a:gd name="connsiteY1" fmla="*/ 0 h 3993548"/>
              <a:gd name="connsiteX2" fmla="*/ 5119678 w 5119678"/>
              <a:gd name="connsiteY2" fmla="*/ 1276522 h 3993548"/>
              <a:gd name="connsiteX3" fmla="*/ 4052878 w 5119678"/>
              <a:gd name="connsiteY3" fmla="*/ 1276522 h 3993548"/>
              <a:gd name="connsiteX4" fmla="*/ 4060034 w 5119678"/>
              <a:gd name="connsiteY4" fmla="*/ 3989958 h 3993548"/>
              <a:gd name="connsiteX5" fmla="*/ 0 w 5119678"/>
              <a:gd name="connsiteY5" fmla="*/ 3993548 h 3993548"/>
              <a:gd name="connsiteX6" fmla="*/ 8296 w 5119678"/>
              <a:gd name="connsiteY6" fmla="*/ 11012 h 3993548"/>
              <a:gd name="connsiteX0" fmla="*/ 8296 w 5107169"/>
              <a:gd name="connsiteY0" fmla="*/ 11012 h 3993548"/>
              <a:gd name="connsiteX1" fmla="*/ 5106538 w 5107169"/>
              <a:gd name="connsiteY1" fmla="*/ 0 h 3993548"/>
              <a:gd name="connsiteX2" fmla="*/ 5102297 w 5107169"/>
              <a:gd name="connsiteY2" fmla="*/ 1286996 h 3993548"/>
              <a:gd name="connsiteX3" fmla="*/ 4052878 w 5107169"/>
              <a:gd name="connsiteY3" fmla="*/ 1276522 h 3993548"/>
              <a:gd name="connsiteX4" fmla="*/ 4060034 w 5107169"/>
              <a:gd name="connsiteY4" fmla="*/ 3989958 h 3993548"/>
              <a:gd name="connsiteX5" fmla="*/ 0 w 5107169"/>
              <a:gd name="connsiteY5" fmla="*/ 3993548 h 3993548"/>
              <a:gd name="connsiteX6" fmla="*/ 8296 w 5107169"/>
              <a:gd name="connsiteY6" fmla="*/ 11012 h 3993548"/>
              <a:gd name="connsiteX0" fmla="*/ 8296 w 5107077"/>
              <a:gd name="connsiteY0" fmla="*/ 11012 h 3993548"/>
              <a:gd name="connsiteX1" fmla="*/ 5106538 w 5107077"/>
              <a:gd name="connsiteY1" fmla="*/ 0 h 3993548"/>
              <a:gd name="connsiteX2" fmla="*/ 5100124 w 5107077"/>
              <a:gd name="connsiteY2" fmla="*/ 1268143 h 3993548"/>
              <a:gd name="connsiteX3" fmla="*/ 4052878 w 5107077"/>
              <a:gd name="connsiteY3" fmla="*/ 1276522 h 3993548"/>
              <a:gd name="connsiteX4" fmla="*/ 4060034 w 5107077"/>
              <a:gd name="connsiteY4" fmla="*/ 3989958 h 3993548"/>
              <a:gd name="connsiteX5" fmla="*/ 0 w 5107077"/>
              <a:gd name="connsiteY5" fmla="*/ 3993548 h 3993548"/>
              <a:gd name="connsiteX6" fmla="*/ 8296 w 5107077"/>
              <a:gd name="connsiteY6" fmla="*/ 11012 h 3993548"/>
              <a:gd name="connsiteX0" fmla="*/ 8296 w 5107501"/>
              <a:gd name="connsiteY0" fmla="*/ 11012 h 3993548"/>
              <a:gd name="connsiteX1" fmla="*/ 5106538 w 5107501"/>
              <a:gd name="connsiteY1" fmla="*/ 0 h 3993548"/>
              <a:gd name="connsiteX2" fmla="*/ 5106643 w 5107501"/>
              <a:gd name="connsiteY2" fmla="*/ 1282806 h 3993548"/>
              <a:gd name="connsiteX3" fmla="*/ 4052878 w 5107501"/>
              <a:gd name="connsiteY3" fmla="*/ 1276522 h 3993548"/>
              <a:gd name="connsiteX4" fmla="*/ 4060034 w 5107501"/>
              <a:gd name="connsiteY4" fmla="*/ 3989958 h 3993548"/>
              <a:gd name="connsiteX5" fmla="*/ 0 w 5107501"/>
              <a:gd name="connsiteY5" fmla="*/ 3993548 h 3993548"/>
              <a:gd name="connsiteX6" fmla="*/ 8296 w 5107501"/>
              <a:gd name="connsiteY6" fmla="*/ 11012 h 3993548"/>
              <a:gd name="connsiteX0" fmla="*/ 8296 w 5107501"/>
              <a:gd name="connsiteY0" fmla="*/ 11012 h 3993548"/>
              <a:gd name="connsiteX1" fmla="*/ 5106538 w 5107501"/>
              <a:gd name="connsiteY1" fmla="*/ 0 h 3993548"/>
              <a:gd name="connsiteX2" fmla="*/ 5106643 w 5107501"/>
              <a:gd name="connsiteY2" fmla="*/ 1272332 h 3993548"/>
              <a:gd name="connsiteX3" fmla="*/ 4052878 w 5107501"/>
              <a:gd name="connsiteY3" fmla="*/ 1276522 h 3993548"/>
              <a:gd name="connsiteX4" fmla="*/ 4060034 w 5107501"/>
              <a:gd name="connsiteY4" fmla="*/ 3989958 h 3993548"/>
              <a:gd name="connsiteX5" fmla="*/ 0 w 5107501"/>
              <a:gd name="connsiteY5" fmla="*/ 3993548 h 3993548"/>
              <a:gd name="connsiteX6" fmla="*/ 8296 w 5107501"/>
              <a:gd name="connsiteY6" fmla="*/ 11012 h 3993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07501" h="3993548">
                <a:moveTo>
                  <a:pt x="8296" y="11012"/>
                </a:moveTo>
                <a:lnTo>
                  <a:pt x="5106538" y="0"/>
                </a:lnTo>
                <a:cubicBezTo>
                  <a:pt x="5109832" y="434996"/>
                  <a:pt x="5103349" y="837336"/>
                  <a:pt x="5106643" y="1272332"/>
                </a:cubicBezTo>
                <a:lnTo>
                  <a:pt x="4052878" y="1276522"/>
                </a:lnTo>
                <a:cubicBezTo>
                  <a:pt x="4055263" y="2181001"/>
                  <a:pt x="4057649" y="3085479"/>
                  <a:pt x="4060034" y="3989958"/>
                </a:cubicBezTo>
                <a:lnTo>
                  <a:pt x="0" y="3993548"/>
                </a:lnTo>
                <a:cubicBezTo>
                  <a:pt x="593" y="2664989"/>
                  <a:pt x="7703" y="1339571"/>
                  <a:pt x="8296" y="11012"/>
                </a:cubicBezTo>
                <a:close/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494834-1324-D24D-B14D-797678422B69}"/>
              </a:ext>
            </a:extLst>
          </p:cNvPr>
          <p:cNvSpPr txBox="1"/>
          <p:nvPr/>
        </p:nvSpPr>
        <p:spPr>
          <a:xfrm>
            <a:off x="5661005" y="308868"/>
            <a:ext cx="1218631" cy="12772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de-DE" sz="1600" dirty="0">
              <a:solidFill>
                <a:srgbClr val="0070C0"/>
              </a:solidFill>
            </a:endParaRPr>
          </a:p>
          <a:p>
            <a:pPr algn="ctr"/>
            <a:r>
              <a:rPr lang="de-DE" sz="900" dirty="0" err="1">
                <a:solidFill>
                  <a:srgbClr val="0070C0"/>
                </a:solidFill>
              </a:rPr>
              <a:t>Likelihood</a:t>
            </a:r>
            <a:endParaRPr lang="de-DE" sz="900" dirty="0">
              <a:solidFill>
                <a:srgbClr val="0070C0"/>
              </a:solidFill>
            </a:endParaRPr>
          </a:p>
          <a:p>
            <a:pPr algn="ctr"/>
            <a:endParaRPr lang="de-DE" sz="900" dirty="0">
              <a:solidFill>
                <a:srgbClr val="0070C0"/>
              </a:solidFill>
            </a:endParaRPr>
          </a:p>
          <a:p>
            <a:pPr algn="ctr"/>
            <a:r>
              <a:rPr lang="de-DE" sz="900" dirty="0">
                <a:solidFill>
                  <a:schemeClr val="accent6">
                    <a:lumMod val="75000"/>
                  </a:schemeClr>
                </a:solidFill>
              </a:rPr>
              <a:t>Latent </a:t>
            </a:r>
            <a:r>
              <a:rPr lang="de-DE" sz="900" dirty="0" err="1">
                <a:solidFill>
                  <a:schemeClr val="accent6">
                    <a:lumMod val="75000"/>
                  </a:schemeClr>
                </a:solidFill>
              </a:rPr>
              <a:t>parameter</a:t>
            </a:r>
            <a:endParaRPr lang="de-DE" sz="9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de-DE" sz="9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de-DE" sz="900" dirty="0">
                <a:solidFill>
                  <a:schemeClr val="accent3"/>
                </a:solidFill>
              </a:rPr>
              <a:t>Hyperparameters</a:t>
            </a:r>
          </a:p>
          <a:p>
            <a:pPr algn="ctr"/>
            <a:endParaRPr lang="en-US" sz="1600" dirty="0">
              <a:solidFill>
                <a:schemeClr val="accent3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484E3D-100C-BEC2-AD41-635731887D7A}"/>
              </a:ext>
            </a:extLst>
          </p:cNvPr>
          <p:cNvSpPr/>
          <p:nvPr/>
        </p:nvSpPr>
        <p:spPr>
          <a:xfrm>
            <a:off x="10348383" y="2974952"/>
            <a:ext cx="939800" cy="185168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858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  <p:bldP spid="13" grpId="0" animBg="1"/>
      <p:bldP spid="17" grpId="0"/>
      <p:bldP spid="20" grpId="0" animBg="1"/>
      <p:bldP spid="20" grpId="1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5C7B4-74D5-4D16-45DA-EAEDB5AE3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EBEBEB"/>
                </a:solidFill>
              </a:rPr>
              <a:t>Meta-</a:t>
            </a:r>
            <a:r>
              <a:rPr lang="de-DE" dirty="0" err="1">
                <a:solidFill>
                  <a:srgbClr val="EBEBEB"/>
                </a:solidFill>
              </a:rPr>
              <a:t>anaylisis</a:t>
            </a:r>
            <a:endParaRPr lang="en-US" dirty="0">
              <a:solidFill>
                <a:srgbClr val="EBEBEB"/>
              </a:solidFill>
            </a:endParaRP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94C8C-8E77-0602-B08C-943457D95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756" y="1854820"/>
            <a:ext cx="4166509" cy="1327589"/>
          </a:xfrm>
        </p:spPr>
        <p:txBody>
          <a:bodyPr>
            <a:normAutofit/>
          </a:bodyPr>
          <a:lstStyle/>
          <a:p>
            <a:r>
              <a:rPr lang="de-DE" sz="1700" dirty="0">
                <a:solidFill>
                  <a:srgbClr val="EBEBEB"/>
                </a:solidFill>
              </a:rPr>
              <a:t>Binary </a:t>
            </a:r>
            <a:r>
              <a:rPr lang="de-DE" sz="1700" dirty="0" err="1">
                <a:solidFill>
                  <a:srgbClr val="EBEBEB"/>
                </a:solidFill>
              </a:rPr>
              <a:t>endpoint</a:t>
            </a:r>
            <a:r>
              <a:rPr lang="de-DE" sz="1700" dirty="0">
                <a:solidFill>
                  <a:srgbClr val="EBEBEB"/>
                </a:solidFill>
              </a:rPr>
              <a:t>:</a:t>
            </a:r>
          </a:p>
          <a:p>
            <a:pPr lvl="1"/>
            <a:r>
              <a:rPr lang="de-DE" sz="1500" dirty="0" err="1">
                <a:solidFill>
                  <a:srgbClr val="EBEBEB"/>
                </a:solidFill>
              </a:rPr>
              <a:t>Canonical</a:t>
            </a:r>
            <a:r>
              <a:rPr lang="de-DE" sz="1500" dirty="0">
                <a:solidFill>
                  <a:srgbClr val="EBEBEB"/>
                </a:solidFill>
              </a:rPr>
              <a:t> log-odds link (</a:t>
            </a:r>
            <a:r>
              <a:rPr lang="de-DE" sz="1500" dirty="0" err="1">
                <a:solidFill>
                  <a:srgbClr val="EBEBEB"/>
                </a:solidFill>
              </a:rPr>
              <a:t>one</a:t>
            </a:r>
            <a:r>
              <a:rPr lang="de-DE" sz="1500" dirty="0">
                <a:solidFill>
                  <a:srgbClr val="EBEBEB"/>
                </a:solidFill>
              </a:rPr>
              <a:t> arm).</a:t>
            </a:r>
          </a:p>
          <a:p>
            <a:pPr lvl="1"/>
            <a:r>
              <a:rPr lang="de-DE" sz="1500" dirty="0">
                <a:solidFill>
                  <a:srgbClr val="EBEBEB"/>
                </a:solidFill>
              </a:rPr>
              <a:t>Log-OR (</a:t>
            </a:r>
            <a:r>
              <a:rPr lang="de-DE" sz="1500" dirty="0" err="1">
                <a:solidFill>
                  <a:srgbClr val="EBEBEB"/>
                </a:solidFill>
              </a:rPr>
              <a:t>two</a:t>
            </a:r>
            <a:r>
              <a:rPr lang="de-DE" sz="1500" dirty="0">
                <a:solidFill>
                  <a:srgbClr val="EBEBEB"/>
                </a:solidFill>
              </a:rPr>
              <a:t> </a:t>
            </a:r>
            <a:r>
              <a:rPr lang="de-DE" sz="1500" dirty="0" err="1">
                <a:solidFill>
                  <a:srgbClr val="EBEBEB"/>
                </a:solidFill>
              </a:rPr>
              <a:t>arms</a:t>
            </a:r>
            <a:r>
              <a:rPr lang="de-DE" sz="1500" dirty="0">
                <a:solidFill>
                  <a:srgbClr val="EBEBEB"/>
                </a:solidFill>
              </a:rPr>
              <a:t>: </a:t>
            </a:r>
            <a:r>
              <a:rPr lang="de-DE" sz="1500" dirty="0" err="1">
                <a:solidFill>
                  <a:srgbClr val="EBEBEB"/>
                </a:solidFill>
              </a:rPr>
              <a:t>contrast</a:t>
            </a:r>
            <a:r>
              <a:rPr lang="de-DE" sz="1500" dirty="0">
                <a:solidFill>
                  <a:srgbClr val="EBEBEB"/>
                </a:solidFill>
              </a:rPr>
              <a:t>).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3BA7FD0-5351-4EED-12F1-41BBAE0AD313}"/>
              </a:ext>
            </a:extLst>
          </p:cNvPr>
          <p:cNvSpPr txBox="1">
            <a:spLocks/>
          </p:cNvSpPr>
          <p:nvPr/>
        </p:nvSpPr>
        <p:spPr>
          <a:xfrm>
            <a:off x="322280" y="3815210"/>
            <a:ext cx="4671740" cy="1310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de-DE" sz="1700" dirty="0">
                <a:solidFill>
                  <a:srgbClr val="EBEBEB"/>
                </a:solidFill>
              </a:rPr>
              <a:t>Normal </a:t>
            </a:r>
            <a:r>
              <a:rPr lang="de-DE" sz="1700" dirty="0" err="1">
                <a:solidFill>
                  <a:srgbClr val="EBEBEB"/>
                </a:solidFill>
              </a:rPr>
              <a:t>endpoint</a:t>
            </a:r>
            <a:r>
              <a:rPr lang="de-DE" dirty="0">
                <a:solidFill>
                  <a:srgbClr val="EBEBEB"/>
                </a:solidFill>
              </a:rPr>
              <a:t>:</a:t>
            </a:r>
          </a:p>
          <a:p>
            <a:pPr lvl="1"/>
            <a:r>
              <a:rPr lang="de-DE" sz="1500" dirty="0" err="1">
                <a:solidFill>
                  <a:srgbClr val="EBEBEB"/>
                </a:solidFill>
              </a:rPr>
              <a:t>Canonical</a:t>
            </a:r>
            <a:r>
              <a:rPr lang="de-DE" sz="1500" dirty="0">
                <a:solidFill>
                  <a:srgbClr val="EBEBEB"/>
                </a:solidFill>
              </a:rPr>
              <a:t> </a:t>
            </a:r>
            <a:r>
              <a:rPr lang="de-DE" sz="1500" dirty="0" err="1">
                <a:solidFill>
                  <a:srgbClr val="EBEBEB"/>
                </a:solidFill>
              </a:rPr>
              <a:t>identity</a:t>
            </a:r>
            <a:r>
              <a:rPr lang="de-DE" sz="1500" dirty="0">
                <a:solidFill>
                  <a:srgbClr val="EBEBEB"/>
                </a:solidFill>
              </a:rPr>
              <a:t> link (</a:t>
            </a:r>
            <a:r>
              <a:rPr lang="de-DE" sz="1500" dirty="0" err="1">
                <a:solidFill>
                  <a:srgbClr val="EBEBEB"/>
                </a:solidFill>
              </a:rPr>
              <a:t>one</a:t>
            </a:r>
            <a:r>
              <a:rPr lang="de-DE" sz="1500" dirty="0">
                <a:solidFill>
                  <a:srgbClr val="EBEBEB"/>
                </a:solidFill>
              </a:rPr>
              <a:t> arm).</a:t>
            </a:r>
          </a:p>
          <a:p>
            <a:pPr lvl="1"/>
            <a:r>
              <a:rPr lang="de-DE" sz="1500" dirty="0">
                <a:solidFill>
                  <a:srgbClr val="EBEBEB"/>
                </a:solidFill>
              </a:rPr>
              <a:t>Mean </a:t>
            </a:r>
            <a:r>
              <a:rPr lang="de-DE" sz="1500" dirty="0" err="1">
                <a:solidFill>
                  <a:srgbClr val="EBEBEB"/>
                </a:solidFill>
              </a:rPr>
              <a:t>difference</a:t>
            </a:r>
            <a:r>
              <a:rPr lang="de-DE" sz="1500" dirty="0">
                <a:solidFill>
                  <a:srgbClr val="EBEBEB"/>
                </a:solidFill>
              </a:rPr>
              <a:t> (</a:t>
            </a:r>
            <a:r>
              <a:rPr lang="de-DE" sz="1500" dirty="0" err="1">
                <a:solidFill>
                  <a:srgbClr val="EBEBEB"/>
                </a:solidFill>
              </a:rPr>
              <a:t>two</a:t>
            </a:r>
            <a:r>
              <a:rPr lang="de-DE" sz="1500" dirty="0">
                <a:solidFill>
                  <a:srgbClr val="EBEBEB"/>
                </a:solidFill>
              </a:rPr>
              <a:t> </a:t>
            </a:r>
            <a:r>
              <a:rPr lang="de-DE" sz="1500" dirty="0" err="1">
                <a:solidFill>
                  <a:srgbClr val="EBEBEB"/>
                </a:solidFill>
              </a:rPr>
              <a:t>arms</a:t>
            </a:r>
            <a:r>
              <a:rPr lang="de-DE" sz="1500" dirty="0">
                <a:solidFill>
                  <a:srgbClr val="EBEBEB"/>
                </a:solidFill>
              </a:rPr>
              <a:t>: </a:t>
            </a:r>
            <a:r>
              <a:rPr lang="de-DE" sz="1500" dirty="0" err="1">
                <a:solidFill>
                  <a:srgbClr val="EBEBEB"/>
                </a:solidFill>
              </a:rPr>
              <a:t>contrast</a:t>
            </a:r>
            <a:r>
              <a:rPr lang="de-DE" sz="1500" dirty="0">
                <a:solidFill>
                  <a:srgbClr val="EBEBEB"/>
                </a:solidFill>
              </a:rPr>
              <a:t>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108BFD-AD0F-43AF-CDD6-477311EB1045}"/>
              </a:ext>
            </a:extLst>
          </p:cNvPr>
          <p:cNvSpPr txBox="1"/>
          <p:nvPr/>
        </p:nvSpPr>
        <p:spPr>
          <a:xfrm>
            <a:off x="6372314" y="730418"/>
            <a:ext cx="37381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 err="1">
                <a:solidFill>
                  <a:srgbClr val="0070C0"/>
                </a:solidFill>
              </a:rPr>
              <a:t>Likelihood</a:t>
            </a:r>
            <a:r>
              <a:rPr lang="de-DE" sz="900" dirty="0"/>
              <a:t>	</a:t>
            </a:r>
            <a:r>
              <a:rPr lang="de-DE" sz="900" dirty="0">
                <a:solidFill>
                  <a:schemeClr val="accent6">
                    <a:lumMod val="75000"/>
                  </a:schemeClr>
                </a:solidFill>
              </a:rPr>
              <a:t>Latent </a:t>
            </a:r>
            <a:r>
              <a:rPr lang="de-DE" sz="900" dirty="0" err="1">
                <a:solidFill>
                  <a:schemeClr val="accent6">
                    <a:lumMod val="75000"/>
                  </a:schemeClr>
                </a:solidFill>
              </a:rPr>
              <a:t>parameter</a:t>
            </a:r>
            <a:r>
              <a:rPr lang="de-DE" sz="900" dirty="0">
                <a:solidFill>
                  <a:schemeClr val="accent6">
                    <a:lumMod val="75000"/>
                  </a:schemeClr>
                </a:solidFill>
              </a:rPr>
              <a:t>          </a:t>
            </a:r>
            <a:r>
              <a:rPr lang="de-DE" sz="900" dirty="0">
                <a:solidFill>
                  <a:schemeClr val="accent3"/>
                </a:solidFill>
              </a:rPr>
              <a:t>Hyperparameters</a:t>
            </a:r>
            <a:endParaRPr lang="en-US" sz="900" dirty="0">
              <a:solidFill>
                <a:schemeClr val="accent3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FBCD65A-E1EB-F402-3819-72433218A2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716"/>
          <a:stretch/>
        </p:blipFill>
        <p:spPr>
          <a:xfrm>
            <a:off x="6350087" y="1283165"/>
            <a:ext cx="5175074" cy="194345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3F50774-D76D-83DA-5EA9-4007F32BBD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041"/>
          <a:stretch/>
        </p:blipFill>
        <p:spPr>
          <a:xfrm>
            <a:off x="6372314" y="3609744"/>
            <a:ext cx="5175074" cy="2272809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B75F7FF-5290-F0EF-EC66-8B34365F78B7}"/>
              </a:ext>
            </a:extLst>
          </p:cNvPr>
          <p:cNvSpPr/>
          <p:nvPr/>
        </p:nvSpPr>
        <p:spPr>
          <a:xfrm>
            <a:off x="8397875" y="1689892"/>
            <a:ext cx="1463675" cy="238922"/>
          </a:xfrm>
          <a:prstGeom prst="rect">
            <a:avLst/>
          </a:prstGeom>
          <a:solidFill>
            <a:srgbClr val="0070C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646976-BB35-E000-9D55-E7BDDB2A8834}"/>
              </a:ext>
            </a:extLst>
          </p:cNvPr>
          <p:cNvSpPr/>
          <p:nvPr/>
        </p:nvSpPr>
        <p:spPr>
          <a:xfrm>
            <a:off x="7878764" y="2004222"/>
            <a:ext cx="1020638" cy="238922"/>
          </a:xfrm>
          <a:prstGeom prst="rect">
            <a:avLst/>
          </a:prstGeom>
          <a:solidFill>
            <a:srgbClr val="7030A0">
              <a:alpha val="1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1486EB9-C42F-1A04-E96F-41E7CD7D96ED}"/>
              </a:ext>
            </a:extLst>
          </p:cNvPr>
          <p:cNvSpPr/>
          <p:nvPr/>
        </p:nvSpPr>
        <p:spPr>
          <a:xfrm>
            <a:off x="8987524" y="2006607"/>
            <a:ext cx="2449514" cy="236543"/>
          </a:xfrm>
          <a:prstGeom prst="rect">
            <a:avLst/>
          </a:prstGeom>
          <a:solidFill>
            <a:srgbClr val="FFFF0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B4D3B9-AF90-6C9F-C550-9DC786C60392}"/>
              </a:ext>
            </a:extLst>
          </p:cNvPr>
          <p:cNvSpPr/>
          <p:nvPr/>
        </p:nvSpPr>
        <p:spPr>
          <a:xfrm>
            <a:off x="8937624" y="4015037"/>
            <a:ext cx="1500452" cy="231526"/>
          </a:xfrm>
          <a:prstGeom prst="rect">
            <a:avLst/>
          </a:prstGeom>
          <a:solidFill>
            <a:srgbClr val="0070C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DDD1AB-FB61-66DB-5E1C-6040F6DBB95F}"/>
              </a:ext>
            </a:extLst>
          </p:cNvPr>
          <p:cNvSpPr/>
          <p:nvPr/>
        </p:nvSpPr>
        <p:spPr>
          <a:xfrm>
            <a:off x="7878764" y="4288301"/>
            <a:ext cx="1036867" cy="310227"/>
          </a:xfrm>
          <a:prstGeom prst="rect">
            <a:avLst/>
          </a:prstGeom>
          <a:solidFill>
            <a:srgbClr val="7030A0">
              <a:alpha val="1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2F3D542-952B-3727-E0EC-A39B2CA06B1D}"/>
              </a:ext>
            </a:extLst>
          </p:cNvPr>
          <p:cNvSpPr/>
          <p:nvPr/>
        </p:nvSpPr>
        <p:spPr>
          <a:xfrm>
            <a:off x="8959851" y="4288301"/>
            <a:ext cx="2511424" cy="310227"/>
          </a:xfrm>
          <a:prstGeom prst="rect">
            <a:avLst/>
          </a:prstGeom>
          <a:solidFill>
            <a:srgbClr val="FFFF0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3668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5C7B4-74D5-4D16-45DA-EAEDB5AE3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EBEBEB"/>
                </a:solidFill>
              </a:rPr>
              <a:t>Meta-</a:t>
            </a:r>
            <a:r>
              <a:rPr lang="de-DE" dirty="0" err="1">
                <a:solidFill>
                  <a:srgbClr val="EBEBEB"/>
                </a:solidFill>
              </a:rPr>
              <a:t>anaylisis</a:t>
            </a:r>
            <a:endParaRPr lang="en-US" dirty="0">
              <a:solidFill>
                <a:srgbClr val="EBEBEB"/>
              </a:solidFill>
            </a:endParaRP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3BA7FD0-5351-4EED-12F1-41BBAE0AD313}"/>
              </a:ext>
            </a:extLst>
          </p:cNvPr>
          <p:cNvSpPr txBox="1">
            <a:spLocks/>
          </p:cNvSpPr>
          <p:nvPr/>
        </p:nvSpPr>
        <p:spPr>
          <a:xfrm>
            <a:off x="476091" y="1916659"/>
            <a:ext cx="4517509" cy="2422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de-DE" sz="2400" dirty="0">
                <a:solidFill>
                  <a:srgbClr val="EBEBEB"/>
                </a:solidFill>
              </a:rPr>
              <a:t>Binary </a:t>
            </a:r>
            <a:r>
              <a:rPr lang="de-DE" sz="2400" dirty="0" err="1">
                <a:solidFill>
                  <a:srgbClr val="EBEBEB"/>
                </a:solidFill>
              </a:rPr>
              <a:t>endpoint</a:t>
            </a:r>
            <a:r>
              <a:rPr lang="de-DE" sz="2400" dirty="0">
                <a:solidFill>
                  <a:srgbClr val="EBEBEB"/>
                </a:solidFill>
              </a:rPr>
              <a:t>:</a:t>
            </a:r>
          </a:p>
          <a:p>
            <a:pPr marL="0" indent="0">
              <a:buNone/>
            </a:pPr>
            <a:endParaRPr lang="en-US" sz="1600" dirty="0">
              <a:solidFill>
                <a:srgbClr val="EBEBEB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EBEBEB"/>
                </a:solidFill>
              </a:rPr>
              <a:t>Control arm borrow.</a:t>
            </a:r>
          </a:p>
          <a:p>
            <a:pPr marL="0" indent="0" algn="just">
              <a:buNone/>
            </a:pPr>
            <a:r>
              <a:rPr lang="en-US" sz="1400" dirty="0">
                <a:solidFill>
                  <a:srgbClr val="EBEBEB"/>
                </a:solidFill>
              </a:rPr>
              <a:t>Historical data of placebo response rates used in the example ankylosing spondylitis study. The data set is available in the AS data frame as part of the </a:t>
            </a:r>
            <a:r>
              <a:rPr lang="en-US" sz="1400" dirty="0" err="1">
                <a:solidFill>
                  <a:srgbClr val="EBEBEB"/>
                </a:solidFill>
              </a:rPr>
              <a:t>RBesT</a:t>
            </a:r>
            <a:r>
              <a:rPr lang="en-US" sz="1400" dirty="0">
                <a:solidFill>
                  <a:srgbClr val="EBEBEB"/>
                </a:solidFill>
              </a:rPr>
              <a:t> package.</a:t>
            </a:r>
            <a:endParaRPr lang="de-DE" sz="1400" dirty="0">
              <a:solidFill>
                <a:srgbClr val="EBEBEB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EFE1F8-6126-20BD-367A-49E0273D9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759" y="2825335"/>
            <a:ext cx="6247723" cy="120733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B66E91B-4895-971A-1BF4-679F8CB7631C}"/>
              </a:ext>
            </a:extLst>
          </p:cNvPr>
          <p:cNvSpPr txBox="1"/>
          <p:nvPr/>
        </p:nvSpPr>
        <p:spPr>
          <a:xfrm>
            <a:off x="10442447" y="6308981"/>
            <a:ext cx="14730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Weber. 2021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088047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51694-45A0-03B7-4FAE-9CCA30721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de-DE" dirty="0" err="1">
                <a:solidFill>
                  <a:srgbClr val="FFFFFF"/>
                </a:solidFill>
              </a:rPr>
              <a:t>RBesT</a:t>
            </a:r>
            <a:r>
              <a:rPr lang="de-DE" dirty="0">
                <a:solidFill>
                  <a:srgbClr val="FFFFFF"/>
                </a:solidFill>
              </a:rPr>
              <a:t> 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5764C-6D38-B739-E22B-F26E08006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460" y="823822"/>
            <a:ext cx="3481126" cy="19373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FA0BA9-0DD3-5C3A-892E-81CC1BD4134D}"/>
              </a:ext>
            </a:extLst>
          </p:cNvPr>
          <p:cNvSpPr txBox="1"/>
          <p:nvPr/>
        </p:nvSpPr>
        <p:spPr>
          <a:xfrm>
            <a:off x="5644054" y="6099970"/>
            <a:ext cx="37381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 err="1">
                <a:solidFill>
                  <a:srgbClr val="0070C0"/>
                </a:solidFill>
              </a:rPr>
              <a:t>Likelihood</a:t>
            </a:r>
            <a:r>
              <a:rPr lang="de-DE" sz="900" dirty="0"/>
              <a:t>	</a:t>
            </a:r>
            <a:r>
              <a:rPr lang="de-DE" sz="900" dirty="0">
                <a:solidFill>
                  <a:schemeClr val="accent6">
                    <a:lumMod val="75000"/>
                  </a:schemeClr>
                </a:solidFill>
              </a:rPr>
              <a:t>Latent </a:t>
            </a:r>
            <a:r>
              <a:rPr lang="de-DE" sz="900" dirty="0" err="1">
                <a:solidFill>
                  <a:schemeClr val="accent6">
                    <a:lumMod val="75000"/>
                  </a:schemeClr>
                </a:solidFill>
              </a:rPr>
              <a:t>parameter</a:t>
            </a:r>
            <a:r>
              <a:rPr lang="de-DE" sz="900" dirty="0">
                <a:solidFill>
                  <a:schemeClr val="accent6">
                    <a:lumMod val="75000"/>
                  </a:schemeClr>
                </a:solidFill>
              </a:rPr>
              <a:t>          </a:t>
            </a:r>
            <a:r>
              <a:rPr lang="de-DE" sz="900" dirty="0">
                <a:solidFill>
                  <a:schemeClr val="accent3"/>
                </a:solidFill>
              </a:rPr>
              <a:t>Hyperparameters</a:t>
            </a:r>
            <a:endParaRPr lang="en-US" sz="900" dirty="0">
              <a:solidFill>
                <a:schemeClr val="accent3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27A055D-6639-95D4-AE47-D7B0085FB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411" y="2709727"/>
            <a:ext cx="2727209" cy="719273"/>
          </a:xfrm>
        </p:spPr>
        <p:txBody>
          <a:bodyPr>
            <a:normAutofit/>
          </a:bodyPr>
          <a:lstStyle/>
          <a:p>
            <a:r>
              <a:rPr lang="de-DE" sz="1700" dirty="0">
                <a:solidFill>
                  <a:schemeClr val="bg1"/>
                </a:solidFill>
              </a:rPr>
              <a:t>Model.</a:t>
            </a: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7D795E-E8E8-1A6D-D48C-DD2414BF9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908" y="3069363"/>
            <a:ext cx="6497072" cy="283780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A285FE3-2603-53B8-80AE-A15E8CE8FB8D}"/>
              </a:ext>
            </a:extLst>
          </p:cNvPr>
          <p:cNvSpPr/>
          <p:nvPr/>
        </p:nvSpPr>
        <p:spPr>
          <a:xfrm>
            <a:off x="8228330" y="3652860"/>
            <a:ext cx="1950720" cy="326658"/>
          </a:xfrm>
          <a:prstGeom prst="rect">
            <a:avLst/>
          </a:prstGeom>
          <a:solidFill>
            <a:srgbClr val="0070C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F4C882-DF7E-9651-6C40-CDB4079D5F8F}"/>
              </a:ext>
            </a:extLst>
          </p:cNvPr>
          <p:cNvSpPr/>
          <p:nvPr/>
        </p:nvSpPr>
        <p:spPr>
          <a:xfrm>
            <a:off x="8228330" y="4085323"/>
            <a:ext cx="929640" cy="326657"/>
          </a:xfrm>
          <a:prstGeom prst="rect">
            <a:avLst/>
          </a:prstGeom>
          <a:solidFill>
            <a:srgbClr val="7030A0">
              <a:alpha val="1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7EB768-1732-3002-B0C9-34EA12701702}"/>
              </a:ext>
            </a:extLst>
          </p:cNvPr>
          <p:cNvSpPr/>
          <p:nvPr/>
        </p:nvSpPr>
        <p:spPr>
          <a:xfrm>
            <a:off x="9368366" y="4085323"/>
            <a:ext cx="2277533" cy="326657"/>
          </a:xfrm>
          <a:prstGeom prst="rect">
            <a:avLst/>
          </a:prstGeom>
          <a:solidFill>
            <a:srgbClr val="FFFF0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90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build="p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51694-45A0-03B7-4FAE-9CCA30721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de-DE">
                <a:solidFill>
                  <a:srgbClr val="FFFFFF"/>
                </a:solidFill>
              </a:rPr>
              <a:t>RBesT 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39051-7409-E8E6-302D-7F5C1526A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411" y="2709727"/>
            <a:ext cx="2727209" cy="719273"/>
          </a:xfrm>
        </p:spPr>
        <p:txBody>
          <a:bodyPr>
            <a:normAutofit/>
          </a:bodyPr>
          <a:lstStyle/>
          <a:p>
            <a:r>
              <a:rPr lang="de-DE" sz="1700" dirty="0">
                <a:solidFill>
                  <a:schemeClr val="bg1"/>
                </a:solidFill>
              </a:rPr>
              <a:t>MCMC </a:t>
            </a:r>
            <a:r>
              <a:rPr lang="de-DE" sz="1700" dirty="0" err="1">
                <a:solidFill>
                  <a:schemeClr val="bg1"/>
                </a:solidFill>
              </a:rPr>
              <a:t>simulation</a:t>
            </a:r>
            <a:r>
              <a:rPr lang="de-DE" sz="1700" dirty="0">
                <a:solidFill>
                  <a:schemeClr val="bg1"/>
                </a:solidFill>
              </a:rPr>
              <a:t>: </a:t>
            </a:r>
            <a:r>
              <a:rPr lang="de-DE" sz="1700" i="1" dirty="0">
                <a:solidFill>
                  <a:schemeClr val="bg1"/>
                </a:solidFill>
              </a:rPr>
              <a:t>Stan.</a:t>
            </a:r>
            <a:endParaRPr lang="en-US" sz="1700" i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FC3705-DECA-423E-B5F2-19B8D411A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109" y="2605809"/>
            <a:ext cx="6694502" cy="12755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17983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6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51694-45A0-03B7-4FAE-9CCA30721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de-DE" dirty="0" err="1">
                <a:solidFill>
                  <a:srgbClr val="FFFFFF"/>
                </a:solidFill>
              </a:rPr>
              <a:t>RBesT</a:t>
            </a:r>
            <a:r>
              <a:rPr lang="de-DE" dirty="0">
                <a:solidFill>
                  <a:srgbClr val="FFFFFF"/>
                </a:solidFill>
              </a:rPr>
              <a:t> 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18CD47-11DD-7CEE-B635-F0F8A93AC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687" y="2761563"/>
            <a:ext cx="5933170" cy="32731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586DBC9-0080-A205-D8DD-FDD496E2F6A1}"/>
              </a:ext>
            </a:extLst>
          </p:cNvPr>
          <p:cNvSpPr txBox="1">
            <a:spLocks/>
          </p:cNvSpPr>
          <p:nvPr/>
        </p:nvSpPr>
        <p:spPr>
          <a:xfrm>
            <a:off x="5082768" y="913073"/>
            <a:ext cx="5919503" cy="493431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de-DE" sz="8000" i="1" dirty="0"/>
              <a:t>Automixfit</a:t>
            </a:r>
            <a:r>
              <a:rPr lang="de-DE" sz="8000" dirty="0"/>
              <a:t>: </a:t>
            </a:r>
            <a:r>
              <a:rPr lang="de-DE" sz="8000" dirty="0" err="1"/>
              <a:t>gaussian</a:t>
            </a:r>
            <a:r>
              <a:rPr lang="de-DE" sz="8000" dirty="0"/>
              <a:t>, </a:t>
            </a:r>
            <a:r>
              <a:rPr lang="de-DE" sz="8000" dirty="0" err="1"/>
              <a:t>beta</a:t>
            </a:r>
            <a:r>
              <a:rPr lang="de-DE" sz="8000" dirty="0"/>
              <a:t>, </a:t>
            </a:r>
            <a:r>
              <a:rPr lang="de-DE" sz="8000" dirty="0" err="1"/>
              <a:t>gamma</a:t>
            </a:r>
            <a:endParaRPr lang="de-DE" sz="8000" dirty="0"/>
          </a:p>
          <a:p>
            <a:endParaRPr lang="de-DE" sz="8000" dirty="0"/>
          </a:p>
          <a:p>
            <a:pPr lvl="1"/>
            <a:r>
              <a:rPr lang="en-US" sz="5400" dirty="0">
                <a:latin typeface="Aptos Light" panose="020F0502020204030204" pitchFamily="34" charset="0"/>
                <a:cs typeface="Aparajita" panose="020B0502040204020203" pitchFamily="18" charset="0"/>
              </a:rPr>
              <a:t>Expectation-maximization (EM).</a:t>
            </a:r>
          </a:p>
          <a:p>
            <a:pPr lvl="1"/>
            <a:r>
              <a:rPr lang="en-US" sz="5600" dirty="0">
                <a:latin typeface="Aptos Light" panose="020F0502020204030204" pitchFamily="34" charset="0"/>
                <a:cs typeface="Aparajita" panose="020B0502040204020203" pitchFamily="18" charset="0"/>
              </a:rPr>
              <a:t>Mixture components: up to 4 elements using the Akaike information criterion (AIC), with penalty parameter = 6.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F2BC4-3E7F-F830-6D70-F1E0E3D01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411" y="2709727"/>
            <a:ext cx="2727209" cy="719273"/>
          </a:xfrm>
        </p:spPr>
        <p:txBody>
          <a:bodyPr>
            <a:normAutofit/>
          </a:bodyPr>
          <a:lstStyle/>
          <a:p>
            <a:r>
              <a:rPr lang="de-DE" sz="1700" dirty="0" err="1">
                <a:solidFill>
                  <a:schemeClr val="bg1"/>
                </a:solidFill>
              </a:rPr>
              <a:t>Parametric</a:t>
            </a:r>
            <a:r>
              <a:rPr lang="de-DE" sz="1700" dirty="0">
                <a:solidFill>
                  <a:schemeClr val="bg1"/>
                </a:solidFill>
              </a:rPr>
              <a:t> </a:t>
            </a:r>
            <a:r>
              <a:rPr lang="de-DE" sz="1700" dirty="0" err="1">
                <a:solidFill>
                  <a:schemeClr val="bg1"/>
                </a:solidFill>
              </a:rPr>
              <a:t>distirbution</a:t>
            </a:r>
            <a:r>
              <a:rPr lang="de-DE" sz="1700" dirty="0">
                <a:solidFill>
                  <a:schemeClr val="bg1"/>
                </a:solidFill>
              </a:rPr>
              <a:t>.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9370AB-4147-7D4A-6106-115A0D0A8341}"/>
              </a:ext>
            </a:extLst>
          </p:cNvPr>
          <p:cNvSpPr txBox="1"/>
          <p:nvPr/>
        </p:nvSpPr>
        <p:spPr>
          <a:xfrm>
            <a:off x="10442447" y="6308981"/>
            <a:ext cx="14730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Weber. 2021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1391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51694-45A0-03B7-4FAE-9CCA30721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de-DE" dirty="0" err="1">
                <a:solidFill>
                  <a:srgbClr val="FFFFFF"/>
                </a:solidFill>
              </a:rPr>
              <a:t>RBesT</a:t>
            </a:r>
            <a:r>
              <a:rPr lang="de-DE" dirty="0">
                <a:solidFill>
                  <a:srgbClr val="FFFFFF"/>
                </a:solidFill>
              </a:rPr>
              <a:t> 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F2BC4-3E7F-F830-6D70-F1E0E3D01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411" y="2709727"/>
            <a:ext cx="2727209" cy="719273"/>
          </a:xfrm>
        </p:spPr>
        <p:txBody>
          <a:bodyPr>
            <a:normAutofit/>
          </a:bodyPr>
          <a:lstStyle/>
          <a:p>
            <a:r>
              <a:rPr lang="de-DE" sz="1700" dirty="0" err="1">
                <a:solidFill>
                  <a:schemeClr val="bg1"/>
                </a:solidFill>
              </a:rPr>
              <a:t>Mixture</a:t>
            </a:r>
            <a:r>
              <a:rPr lang="de-DE" sz="1700" dirty="0">
                <a:solidFill>
                  <a:schemeClr val="bg1"/>
                </a:solidFill>
              </a:rPr>
              <a:t> </a:t>
            </a:r>
            <a:r>
              <a:rPr lang="de-DE" sz="1700" dirty="0" err="1">
                <a:solidFill>
                  <a:schemeClr val="bg1"/>
                </a:solidFill>
              </a:rPr>
              <a:t>distribution</a:t>
            </a:r>
            <a:r>
              <a:rPr lang="de-DE" sz="1700" dirty="0">
                <a:solidFill>
                  <a:schemeClr val="bg1"/>
                </a:solidFill>
              </a:rPr>
              <a:t> </a:t>
            </a:r>
            <a:r>
              <a:rPr lang="de-DE" sz="1700" dirty="0" err="1">
                <a:solidFill>
                  <a:schemeClr val="bg1"/>
                </a:solidFill>
              </a:rPr>
              <a:t>components</a:t>
            </a:r>
            <a:r>
              <a:rPr lang="de-DE" sz="1700" dirty="0">
                <a:solidFill>
                  <a:schemeClr val="bg1"/>
                </a:solidFill>
              </a:rPr>
              <a:t>.</a:t>
            </a: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460632-4761-8868-221B-A067FC8B7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000" y="1740600"/>
            <a:ext cx="6572109" cy="393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5160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20281-6141-B5DE-4364-587C167EB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de-DE" dirty="0" err="1">
                <a:solidFill>
                  <a:srgbClr val="FFFFFF"/>
                </a:solidFill>
              </a:rPr>
              <a:t>Bayesmeta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F92F50-839B-9BF3-C037-318F8FBC5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477" y="2367836"/>
            <a:ext cx="5847739" cy="33415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305FA84-1CA7-0EE0-209A-0B0BB05BD195}"/>
              </a:ext>
            </a:extLst>
          </p:cNvPr>
          <p:cNvSpPr/>
          <p:nvPr/>
        </p:nvSpPr>
        <p:spPr>
          <a:xfrm>
            <a:off x="8583281" y="2737273"/>
            <a:ext cx="2380891" cy="369501"/>
          </a:xfrm>
          <a:prstGeom prst="rect">
            <a:avLst/>
          </a:prstGeom>
          <a:solidFill>
            <a:srgbClr val="0070C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AA5148-0AD3-15D6-E33E-50C634F645B1}"/>
              </a:ext>
            </a:extLst>
          </p:cNvPr>
          <p:cNvSpPr/>
          <p:nvPr/>
        </p:nvSpPr>
        <p:spPr>
          <a:xfrm>
            <a:off x="8583282" y="3420975"/>
            <a:ext cx="1052265" cy="369501"/>
          </a:xfrm>
          <a:prstGeom prst="rect">
            <a:avLst/>
          </a:prstGeom>
          <a:solidFill>
            <a:srgbClr val="7030A0">
              <a:alpha val="1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037993-4F72-2DE6-F227-BAB1DA069360}"/>
              </a:ext>
            </a:extLst>
          </p:cNvPr>
          <p:cNvSpPr/>
          <p:nvPr/>
        </p:nvSpPr>
        <p:spPr>
          <a:xfrm>
            <a:off x="9803691" y="3434413"/>
            <a:ext cx="1160482" cy="369501"/>
          </a:xfrm>
          <a:prstGeom prst="rect">
            <a:avLst/>
          </a:prstGeom>
          <a:solidFill>
            <a:srgbClr val="FFFF0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BABFC8-C867-77D6-CDC4-5AE05E057224}"/>
              </a:ext>
            </a:extLst>
          </p:cNvPr>
          <p:cNvSpPr/>
          <p:nvPr/>
        </p:nvSpPr>
        <p:spPr>
          <a:xfrm>
            <a:off x="8583282" y="4166888"/>
            <a:ext cx="2380891" cy="369501"/>
          </a:xfrm>
          <a:prstGeom prst="rect">
            <a:avLst/>
          </a:prstGeom>
          <a:solidFill>
            <a:srgbClr val="00B05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E4D4A2-3032-221E-5DA2-C2BA7F06FB2D}"/>
              </a:ext>
            </a:extLst>
          </p:cNvPr>
          <p:cNvSpPr txBox="1"/>
          <p:nvPr/>
        </p:nvSpPr>
        <p:spPr>
          <a:xfrm>
            <a:off x="5672724" y="1595405"/>
            <a:ext cx="48681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 err="1">
                <a:solidFill>
                  <a:srgbClr val="0070C0"/>
                </a:solidFill>
              </a:rPr>
              <a:t>Likelihood</a:t>
            </a:r>
            <a:r>
              <a:rPr lang="de-DE" sz="900" dirty="0"/>
              <a:t>	</a:t>
            </a:r>
            <a:r>
              <a:rPr lang="de-DE" sz="900" dirty="0">
                <a:solidFill>
                  <a:schemeClr val="accent6">
                    <a:lumMod val="75000"/>
                  </a:schemeClr>
                </a:solidFill>
              </a:rPr>
              <a:t>Latent </a:t>
            </a:r>
            <a:r>
              <a:rPr lang="de-DE" sz="900" dirty="0" err="1">
                <a:solidFill>
                  <a:schemeClr val="accent6">
                    <a:lumMod val="75000"/>
                  </a:schemeClr>
                </a:solidFill>
              </a:rPr>
              <a:t>parameter</a:t>
            </a:r>
            <a:r>
              <a:rPr lang="de-DE" sz="900" dirty="0">
                <a:solidFill>
                  <a:schemeClr val="accent6">
                    <a:lumMod val="75000"/>
                  </a:schemeClr>
                </a:solidFill>
              </a:rPr>
              <a:t>          </a:t>
            </a:r>
            <a:r>
              <a:rPr lang="de-DE" sz="900" dirty="0">
                <a:solidFill>
                  <a:schemeClr val="accent3"/>
                </a:solidFill>
              </a:rPr>
              <a:t>Hyperparameters         </a:t>
            </a:r>
            <a:r>
              <a:rPr lang="de-DE" sz="900" dirty="0" err="1">
                <a:solidFill>
                  <a:srgbClr val="00B050"/>
                </a:solidFill>
              </a:rPr>
              <a:t>Collapsed</a:t>
            </a:r>
            <a:r>
              <a:rPr lang="de-DE" sz="900" dirty="0">
                <a:solidFill>
                  <a:srgbClr val="00B050"/>
                </a:solidFill>
              </a:rPr>
              <a:t> </a:t>
            </a:r>
            <a:r>
              <a:rPr lang="de-DE" sz="900" dirty="0" err="1">
                <a:solidFill>
                  <a:srgbClr val="00B050"/>
                </a:solidFill>
              </a:rPr>
              <a:t>model</a:t>
            </a:r>
            <a:endParaRPr lang="en-US" sz="900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677950-5C62-6164-E691-4D1B37C6E0A2}"/>
              </a:ext>
            </a:extLst>
          </p:cNvPr>
          <p:cNvSpPr txBox="1"/>
          <p:nvPr/>
        </p:nvSpPr>
        <p:spPr>
          <a:xfrm>
            <a:off x="10442447" y="6308981"/>
            <a:ext cx="14730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Röver. 2020</a:t>
            </a:r>
            <a:endParaRPr lang="en-US" sz="10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F466005-DF89-AA7D-833A-3C16183944E4}"/>
              </a:ext>
            </a:extLst>
          </p:cNvPr>
          <p:cNvSpPr txBox="1">
            <a:spLocks/>
          </p:cNvSpPr>
          <p:nvPr/>
        </p:nvSpPr>
        <p:spPr>
          <a:xfrm>
            <a:off x="1133810" y="2657895"/>
            <a:ext cx="2712633" cy="4893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de-DE" dirty="0" err="1">
                <a:solidFill>
                  <a:schemeClr val="bg1"/>
                </a:solidFill>
              </a:rPr>
              <a:t>Collapsed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model</a:t>
            </a:r>
            <a:r>
              <a:rPr lang="de-DE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D8D4DCB-B4DF-9C29-2CB1-8CF24E35E6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638"/>
          <a:stretch/>
        </p:blipFill>
        <p:spPr>
          <a:xfrm>
            <a:off x="5244810" y="1889137"/>
            <a:ext cx="798487" cy="230832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BB091B0-60D1-9494-18C2-A7BE69286A79}"/>
              </a:ext>
            </a:extLst>
          </p:cNvPr>
          <p:cNvSpPr txBox="1"/>
          <p:nvPr/>
        </p:nvSpPr>
        <p:spPr>
          <a:xfrm>
            <a:off x="5665477" y="1055199"/>
            <a:ext cx="45865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/>
              <a:t>Normal-Normal </a:t>
            </a:r>
            <a:r>
              <a:rPr lang="de-DE" sz="1600" b="1" dirty="0" err="1"/>
              <a:t>hierarchical</a:t>
            </a:r>
            <a:r>
              <a:rPr lang="de-DE" sz="1600" b="1" dirty="0"/>
              <a:t> </a:t>
            </a:r>
            <a:r>
              <a:rPr lang="de-DE" sz="1600" b="1" dirty="0" err="1"/>
              <a:t>model</a:t>
            </a:r>
            <a:r>
              <a:rPr lang="de-DE" sz="1600" b="1" dirty="0"/>
              <a:t> (</a:t>
            </a:r>
            <a:r>
              <a:rPr lang="de-DE" sz="1600" b="1" dirty="0" err="1"/>
              <a:t>always</a:t>
            </a:r>
            <a:r>
              <a:rPr lang="de-DE" sz="1600" b="1" dirty="0"/>
              <a:t>)</a:t>
            </a:r>
            <a:endParaRPr lang="en-US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181504-1731-4F9D-610C-687252209730}"/>
              </a:ext>
            </a:extLst>
          </p:cNvPr>
          <p:cNvSpPr txBox="1"/>
          <p:nvPr/>
        </p:nvSpPr>
        <p:spPr>
          <a:xfrm>
            <a:off x="6096000" y="1880754"/>
            <a:ext cx="488520" cy="251259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de-DE" sz="1000" b="1" dirty="0"/>
              <a:t>+ </a:t>
            </a:r>
            <a:r>
              <a:rPr lang="el-GR" sz="1000" b="1" dirty="0"/>
              <a:t>σ</a:t>
            </a:r>
            <a:r>
              <a:rPr lang="en-US" sz="1000" b="1" dirty="0"/>
              <a:t>ᵢ          </a:t>
            </a:r>
          </a:p>
        </p:txBody>
      </p:sp>
    </p:spTree>
    <p:extLst>
      <p:ext uri="{BB962C8B-B14F-4D97-AF65-F5344CB8AC3E}">
        <p14:creationId xmlns:p14="http://schemas.microsoft.com/office/powerpoint/2010/main" val="3751266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/>
      <p:bldP spid="12" grpId="0"/>
      <p:bldP spid="16" grpId="0"/>
      <p:bldP spid="19" grpId="0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20281-6141-B5DE-4364-587C167EB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de-DE" dirty="0" err="1">
                <a:solidFill>
                  <a:srgbClr val="FFFFFF"/>
                </a:solidFill>
              </a:rPr>
              <a:t>Bayesmeta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40FE861-816A-A82D-28F9-2679470D6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841" y="1854821"/>
            <a:ext cx="6602641" cy="33364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4BEB29-2D6F-CBCA-821C-B6FF1CB43A37}"/>
              </a:ext>
            </a:extLst>
          </p:cNvPr>
          <p:cNvSpPr txBox="1"/>
          <p:nvPr/>
        </p:nvSpPr>
        <p:spPr>
          <a:xfrm>
            <a:off x="10442447" y="6308981"/>
            <a:ext cx="14730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Röver. 2020</a:t>
            </a:r>
            <a:endParaRPr lang="en-US" sz="10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8D38491-17A8-452D-463E-B25F9B7C50BF}"/>
              </a:ext>
            </a:extLst>
          </p:cNvPr>
          <p:cNvSpPr txBox="1">
            <a:spLocks/>
          </p:cNvSpPr>
          <p:nvPr/>
        </p:nvSpPr>
        <p:spPr>
          <a:xfrm>
            <a:off x="1134160" y="2656783"/>
            <a:ext cx="2791797" cy="4893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de-DE" dirty="0" err="1">
                <a:solidFill>
                  <a:schemeClr val="bg1"/>
                </a:solidFill>
              </a:rPr>
              <a:t>Marginalized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Likelihood</a:t>
            </a:r>
            <a:r>
              <a:rPr lang="de-DE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9F4D66-4964-C44B-0133-1184E0E776F3}"/>
              </a:ext>
            </a:extLst>
          </p:cNvPr>
          <p:cNvSpPr/>
          <p:nvPr/>
        </p:nvSpPr>
        <p:spPr>
          <a:xfrm>
            <a:off x="7213132" y="1854819"/>
            <a:ext cx="3139908" cy="553101"/>
          </a:xfrm>
          <a:prstGeom prst="rect">
            <a:avLst/>
          </a:prstGeom>
          <a:solidFill>
            <a:srgbClr val="00B05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2B2A0C-58F5-B76A-184D-C6DA0EF9F96C}"/>
              </a:ext>
            </a:extLst>
          </p:cNvPr>
          <p:cNvSpPr/>
          <p:nvPr/>
        </p:nvSpPr>
        <p:spPr>
          <a:xfrm>
            <a:off x="7213132" y="3322321"/>
            <a:ext cx="3139908" cy="853440"/>
          </a:xfrm>
          <a:prstGeom prst="rect">
            <a:avLst/>
          </a:prstGeom>
          <a:solidFill>
            <a:srgbClr val="FFFF0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2A2079-753F-40F4-1320-CEE98A47BC17}"/>
              </a:ext>
            </a:extLst>
          </p:cNvPr>
          <p:cNvSpPr/>
          <p:nvPr/>
        </p:nvSpPr>
        <p:spPr>
          <a:xfrm>
            <a:off x="7213132" y="4419599"/>
            <a:ext cx="3139908" cy="748751"/>
          </a:xfrm>
          <a:prstGeom prst="rect">
            <a:avLst/>
          </a:prstGeom>
          <a:solidFill>
            <a:srgbClr val="FFFF0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E861DA-57CD-7C6B-9634-92DBF56FED6C}"/>
              </a:ext>
            </a:extLst>
          </p:cNvPr>
          <p:cNvSpPr txBox="1"/>
          <p:nvPr/>
        </p:nvSpPr>
        <p:spPr>
          <a:xfrm>
            <a:off x="5665477" y="1055199"/>
            <a:ext cx="45865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/>
              <a:t>Normal-Normal </a:t>
            </a:r>
            <a:r>
              <a:rPr lang="de-DE" sz="1600" b="1" dirty="0" err="1"/>
              <a:t>hierarchical</a:t>
            </a:r>
            <a:r>
              <a:rPr lang="de-DE" sz="1600" b="1" dirty="0"/>
              <a:t> </a:t>
            </a:r>
            <a:r>
              <a:rPr lang="de-DE" sz="1600" b="1" dirty="0" err="1"/>
              <a:t>model</a:t>
            </a:r>
            <a:r>
              <a:rPr lang="de-DE" sz="1600" b="1" dirty="0"/>
              <a:t> (</a:t>
            </a:r>
            <a:r>
              <a:rPr lang="de-DE" sz="1600" b="1" dirty="0" err="1"/>
              <a:t>always</a:t>
            </a:r>
            <a:r>
              <a:rPr lang="de-DE" sz="1600" b="1" dirty="0"/>
              <a:t>)</a:t>
            </a:r>
            <a:endParaRPr lang="en-US" sz="1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92872F-CAFD-C84F-6E00-D3784ADBB15C}"/>
              </a:ext>
            </a:extLst>
          </p:cNvPr>
          <p:cNvSpPr/>
          <p:nvPr/>
        </p:nvSpPr>
        <p:spPr>
          <a:xfrm>
            <a:off x="7213132" y="1854817"/>
            <a:ext cx="3139908" cy="553101"/>
          </a:xfrm>
          <a:prstGeom prst="rect">
            <a:avLst/>
          </a:prstGeom>
          <a:solidFill>
            <a:srgbClr val="FFFF0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300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1" grpId="1" animBg="1"/>
      <p:bldP spid="12" grpId="0" animBg="1"/>
      <p:bldP spid="1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20281-6141-B5DE-4364-587C167EB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de-DE" dirty="0" err="1">
                <a:solidFill>
                  <a:srgbClr val="FFFFFF"/>
                </a:solidFill>
              </a:rPr>
              <a:t>Bayesmeta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0DE14D4-E18B-C66C-EA31-1ABE36B2D9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9" r="4069"/>
          <a:stretch/>
        </p:blipFill>
        <p:spPr>
          <a:xfrm>
            <a:off x="5086155" y="2177500"/>
            <a:ext cx="6862818" cy="25375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8A4C1399-2DEC-F03F-C22D-9CB925934AA0}"/>
              </a:ext>
            </a:extLst>
          </p:cNvPr>
          <p:cNvSpPr txBox="1">
            <a:spLocks/>
          </p:cNvSpPr>
          <p:nvPr/>
        </p:nvSpPr>
        <p:spPr>
          <a:xfrm>
            <a:off x="1134161" y="2656783"/>
            <a:ext cx="3267448" cy="4893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de-DE" dirty="0" err="1">
                <a:solidFill>
                  <a:schemeClr val="bg1"/>
                </a:solidFill>
              </a:rPr>
              <a:t>Numerical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integration</a:t>
            </a:r>
            <a:r>
              <a:rPr lang="de-DE" dirty="0">
                <a:solidFill>
                  <a:schemeClr val="bg1"/>
                </a:solidFill>
              </a:rPr>
              <a:t> (DIRECT </a:t>
            </a:r>
            <a:r>
              <a:rPr lang="de-DE" dirty="0" err="1">
                <a:solidFill>
                  <a:schemeClr val="bg1"/>
                </a:solidFill>
              </a:rPr>
              <a:t>algorithm</a:t>
            </a:r>
            <a:r>
              <a:rPr lang="de-DE" dirty="0">
                <a:solidFill>
                  <a:schemeClr val="bg1"/>
                </a:solidFill>
              </a:rPr>
              <a:t>).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F1753C-592F-1844-7D3A-1BA6145E3F15}"/>
              </a:ext>
            </a:extLst>
          </p:cNvPr>
          <p:cNvSpPr txBox="1"/>
          <p:nvPr/>
        </p:nvSpPr>
        <p:spPr>
          <a:xfrm>
            <a:off x="10442447" y="6308981"/>
            <a:ext cx="14730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Röver. 2020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DFC9D-2287-BCDA-F6C5-D9EFA10F6753}"/>
              </a:ext>
            </a:extLst>
          </p:cNvPr>
          <p:cNvSpPr/>
          <p:nvPr/>
        </p:nvSpPr>
        <p:spPr>
          <a:xfrm>
            <a:off x="7508875" y="2290763"/>
            <a:ext cx="830264" cy="290512"/>
          </a:xfrm>
          <a:prstGeom prst="rect">
            <a:avLst/>
          </a:prstGeom>
          <a:solidFill>
            <a:srgbClr val="FFFF0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BF6938-9D85-149B-8B1D-FB405BB3EA37}"/>
              </a:ext>
            </a:extLst>
          </p:cNvPr>
          <p:cNvSpPr/>
          <p:nvPr/>
        </p:nvSpPr>
        <p:spPr>
          <a:xfrm>
            <a:off x="6696075" y="3399901"/>
            <a:ext cx="852378" cy="290512"/>
          </a:xfrm>
          <a:prstGeom prst="rect">
            <a:avLst/>
          </a:prstGeom>
          <a:solidFill>
            <a:srgbClr val="FFFF0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68B803-FD80-D01B-9187-2F3477C10571}"/>
              </a:ext>
            </a:extLst>
          </p:cNvPr>
          <p:cNvSpPr/>
          <p:nvPr/>
        </p:nvSpPr>
        <p:spPr>
          <a:xfrm>
            <a:off x="9299247" y="3320500"/>
            <a:ext cx="1262074" cy="518255"/>
          </a:xfrm>
          <a:prstGeom prst="rect">
            <a:avLst/>
          </a:prstGeom>
          <a:solidFill>
            <a:schemeClr val="bg1"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B18254-28FB-61E8-5FBD-F995C43C58A1}"/>
              </a:ext>
            </a:extLst>
          </p:cNvPr>
          <p:cNvSpPr txBox="1"/>
          <p:nvPr/>
        </p:nvSpPr>
        <p:spPr>
          <a:xfrm>
            <a:off x="5665477" y="1055199"/>
            <a:ext cx="45865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/>
              <a:t>Normal-Normal </a:t>
            </a:r>
            <a:r>
              <a:rPr lang="de-DE" sz="1600" b="1" dirty="0" err="1"/>
              <a:t>hierarchical</a:t>
            </a:r>
            <a:r>
              <a:rPr lang="de-DE" sz="1600" b="1" dirty="0"/>
              <a:t> </a:t>
            </a:r>
            <a:r>
              <a:rPr lang="de-DE" sz="1600" b="1" dirty="0" err="1"/>
              <a:t>model</a:t>
            </a:r>
            <a:r>
              <a:rPr lang="de-DE" sz="1600" b="1" dirty="0"/>
              <a:t> (</a:t>
            </a:r>
            <a:r>
              <a:rPr lang="de-DE" sz="1600" b="1" dirty="0" err="1"/>
              <a:t>always</a:t>
            </a:r>
            <a:r>
              <a:rPr lang="de-DE" sz="1600" b="1" dirty="0"/>
              <a:t>)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213910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9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20281-6141-B5DE-4364-587C167EB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de-DE" dirty="0" err="1">
                <a:solidFill>
                  <a:srgbClr val="FFFFFF"/>
                </a:solidFill>
              </a:rPr>
              <a:t>Bayesmeta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E7DB4F-393E-3436-BE27-81D9814F7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8" y="1950813"/>
            <a:ext cx="5919503" cy="493431"/>
          </a:xfrm>
        </p:spPr>
        <p:txBody>
          <a:bodyPr>
            <a:normAutofit/>
          </a:bodyPr>
          <a:lstStyle/>
          <a:p>
            <a:r>
              <a:rPr lang="de-DE" dirty="0" err="1"/>
              <a:t>Adapting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binary</a:t>
            </a:r>
            <a:r>
              <a:rPr lang="de-DE" dirty="0"/>
              <a:t> </a:t>
            </a:r>
            <a:r>
              <a:rPr lang="de-DE" dirty="0" err="1"/>
              <a:t>likelihood</a:t>
            </a:r>
            <a:r>
              <a:rPr lang="de-DE" dirty="0"/>
              <a:t>: </a:t>
            </a:r>
            <a:r>
              <a:rPr lang="de-DE" i="1" dirty="0" err="1"/>
              <a:t>escalc</a:t>
            </a:r>
            <a:endParaRPr lang="en-US" i="1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547AB4D-3342-DEF1-C896-5807162A112A}"/>
              </a:ext>
            </a:extLst>
          </p:cNvPr>
          <p:cNvSpPr txBox="1">
            <a:spLocks/>
          </p:cNvSpPr>
          <p:nvPr/>
        </p:nvSpPr>
        <p:spPr>
          <a:xfrm>
            <a:off x="5204108" y="4790372"/>
            <a:ext cx="5919503" cy="493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de-DE" dirty="0"/>
              <a:t>Global </a:t>
            </a:r>
            <a:r>
              <a:rPr lang="de-DE" dirty="0" err="1"/>
              <a:t>scale</a:t>
            </a:r>
            <a:r>
              <a:rPr lang="de-DE" dirty="0"/>
              <a:t>: </a:t>
            </a:r>
            <a:r>
              <a:rPr lang="de-DE" i="1" dirty="0" err="1"/>
              <a:t>uisd</a:t>
            </a:r>
            <a:endParaRPr lang="en-US" i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AF5B9D0-648B-313F-3CE2-7A71BFC57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1208" y="6008434"/>
            <a:ext cx="2021277" cy="5341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D62C935-2B08-7F85-E4B0-BE1D31F244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6" t="15457" r="2918" b="22241"/>
          <a:stretch/>
        </p:blipFill>
        <p:spPr>
          <a:xfrm>
            <a:off x="8345175" y="5405696"/>
            <a:ext cx="3513345" cy="26374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5C2A035-CF2A-92EA-E960-E2B20CFCE5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43" t="21245"/>
          <a:stretch/>
        </p:blipFill>
        <p:spPr>
          <a:xfrm>
            <a:off x="5409927" y="5400353"/>
            <a:ext cx="2597796" cy="2610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925A93-4B92-3DAD-EBE4-A0BE11993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9927" y="2626952"/>
            <a:ext cx="6538098" cy="1837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251681-6E7A-F6E4-02FC-68E5B3FE0645}"/>
              </a:ext>
            </a:extLst>
          </p:cNvPr>
          <p:cNvSpPr txBox="1"/>
          <p:nvPr/>
        </p:nvSpPr>
        <p:spPr>
          <a:xfrm>
            <a:off x="5665477" y="1055199"/>
            <a:ext cx="45865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/>
              <a:t>Normal-Normal </a:t>
            </a:r>
            <a:r>
              <a:rPr lang="de-DE" sz="1600" b="1" dirty="0" err="1"/>
              <a:t>hierarchical</a:t>
            </a:r>
            <a:r>
              <a:rPr lang="de-DE" sz="1600" b="1" dirty="0"/>
              <a:t> </a:t>
            </a:r>
            <a:r>
              <a:rPr lang="de-DE" sz="1600" b="1" dirty="0" err="1"/>
              <a:t>model</a:t>
            </a:r>
            <a:r>
              <a:rPr lang="de-DE" sz="1600" b="1" dirty="0"/>
              <a:t> (</a:t>
            </a:r>
            <a:r>
              <a:rPr lang="de-DE" sz="1600" b="1" dirty="0" err="1"/>
              <a:t>always</a:t>
            </a:r>
            <a:r>
              <a:rPr lang="de-DE" sz="1600" b="1" dirty="0"/>
              <a:t>)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1814565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20281-6141-B5DE-4364-587C167EB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de-DE" dirty="0" err="1">
                <a:solidFill>
                  <a:srgbClr val="FFFFFF"/>
                </a:solidFill>
              </a:rPr>
              <a:t>Bayesmeta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E7DB4F-393E-3436-BE27-81D9814F7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1456" y="334208"/>
            <a:ext cx="5838223" cy="1143000"/>
          </a:xfrm>
        </p:spPr>
        <p:txBody>
          <a:bodyPr>
            <a:noAutofit/>
          </a:bodyPr>
          <a:lstStyle/>
          <a:p>
            <a:r>
              <a:rPr lang="de-DE" dirty="0"/>
              <a:t> </a:t>
            </a:r>
            <a:r>
              <a:rPr lang="de-DE" sz="1800" dirty="0" err="1"/>
              <a:t>Posterior</a:t>
            </a:r>
            <a:r>
              <a:rPr lang="de-DE" sz="1800" dirty="0"/>
              <a:t> </a:t>
            </a:r>
            <a:r>
              <a:rPr lang="de-DE" sz="1800" dirty="0" err="1"/>
              <a:t>distribution</a:t>
            </a:r>
            <a:r>
              <a:rPr lang="de-DE" sz="1800" dirty="0"/>
              <a:t>: </a:t>
            </a:r>
          </a:p>
          <a:p>
            <a:pPr marL="0" indent="0">
              <a:buNone/>
            </a:pPr>
            <a:r>
              <a:rPr lang="de-DE" sz="1800" b="1" i="1" dirty="0"/>
              <a:t>      </a:t>
            </a:r>
            <a:r>
              <a:rPr lang="de-DE" sz="1600" b="1" i="1" dirty="0"/>
              <a:t>$</a:t>
            </a:r>
            <a:r>
              <a:rPr lang="de-DE" sz="1600" b="1" i="1" dirty="0" err="1"/>
              <a:t>dposterior</a:t>
            </a:r>
            <a:r>
              <a:rPr lang="de-DE" sz="1600" b="1" dirty="0"/>
              <a:t>, </a:t>
            </a:r>
            <a:r>
              <a:rPr lang="de-DE" sz="1600" b="1" i="1" dirty="0"/>
              <a:t>$</a:t>
            </a:r>
            <a:r>
              <a:rPr lang="de-DE" sz="1600" b="1" i="1" dirty="0" err="1"/>
              <a:t>pposteiror</a:t>
            </a:r>
            <a:r>
              <a:rPr lang="de-DE" sz="1600" b="1" dirty="0"/>
              <a:t>, </a:t>
            </a:r>
            <a:r>
              <a:rPr lang="de-DE" sz="1600" b="1" i="1" dirty="0"/>
              <a:t>$</a:t>
            </a:r>
            <a:r>
              <a:rPr lang="de-DE" sz="1600" b="1" i="1" dirty="0" err="1"/>
              <a:t>qposterior</a:t>
            </a:r>
            <a:r>
              <a:rPr lang="de-DE" sz="1600" b="1" dirty="0"/>
              <a:t>, </a:t>
            </a:r>
            <a:r>
              <a:rPr lang="de-DE" sz="1600" b="1" i="1" dirty="0"/>
              <a:t>$</a:t>
            </a:r>
            <a:r>
              <a:rPr lang="de-DE" sz="1600" b="1" i="1" dirty="0" err="1"/>
              <a:t>rposterior</a:t>
            </a:r>
            <a:endParaRPr lang="de-DE" sz="1600" b="1" i="1" dirty="0"/>
          </a:p>
          <a:p>
            <a:endParaRPr lang="de-DE" b="1" i="1" dirty="0"/>
          </a:p>
          <a:p>
            <a:endParaRPr lang="de-DE" i="1" dirty="0"/>
          </a:p>
          <a:p>
            <a:endParaRPr lang="de-DE" i="1" dirty="0"/>
          </a:p>
          <a:p>
            <a:pPr marL="0" indent="0">
              <a:buNone/>
            </a:pPr>
            <a:endParaRPr lang="de-DE" i="1" dirty="0"/>
          </a:p>
          <a:p>
            <a:pPr marL="0" indent="0">
              <a:buNone/>
            </a:pPr>
            <a:endParaRPr lang="de-DE" i="1" dirty="0"/>
          </a:p>
          <a:p>
            <a:endParaRPr lang="de-DE" sz="1800" dirty="0"/>
          </a:p>
          <a:p>
            <a:endParaRPr lang="de-DE" sz="500" dirty="0"/>
          </a:p>
          <a:p>
            <a:r>
              <a:rPr lang="de-DE" sz="1800" dirty="0" err="1"/>
              <a:t>Posterior</a:t>
            </a:r>
            <a:r>
              <a:rPr lang="de-DE" sz="1800" dirty="0"/>
              <a:t> </a:t>
            </a:r>
            <a:r>
              <a:rPr lang="de-DE" sz="1800" dirty="0" err="1"/>
              <a:t>shrinkage</a:t>
            </a:r>
            <a:r>
              <a:rPr lang="de-DE" sz="1800" dirty="0"/>
              <a:t>:</a:t>
            </a:r>
          </a:p>
          <a:p>
            <a:pPr marL="0" indent="0">
              <a:buNone/>
            </a:pPr>
            <a:r>
              <a:rPr lang="de-DE" sz="1800" b="1" i="1" dirty="0"/>
              <a:t>      </a:t>
            </a:r>
            <a:r>
              <a:rPr lang="de-DE" sz="1600" b="1" i="1" dirty="0"/>
              <a:t>$</a:t>
            </a:r>
            <a:r>
              <a:rPr lang="de-DE" sz="1600" b="1" i="1" dirty="0" err="1"/>
              <a:t>theta</a:t>
            </a:r>
            <a:endParaRPr lang="de-DE" sz="1600" b="1" i="1" dirty="0"/>
          </a:p>
          <a:p>
            <a:pPr marL="0" indent="0">
              <a:buNone/>
            </a:pPr>
            <a:endParaRPr lang="de-DE" i="1" dirty="0"/>
          </a:p>
          <a:p>
            <a:pPr marL="0" indent="0">
              <a:buNone/>
            </a:pPr>
            <a:endParaRPr lang="de-DE" i="1" dirty="0"/>
          </a:p>
          <a:p>
            <a:pPr marL="0" indent="0">
              <a:buNone/>
            </a:pPr>
            <a:endParaRPr lang="de-DE" i="1" dirty="0"/>
          </a:p>
          <a:p>
            <a:endParaRPr lang="de-DE" sz="100" dirty="0"/>
          </a:p>
          <a:p>
            <a:r>
              <a:rPr lang="de-DE" sz="1800" dirty="0" err="1"/>
              <a:t>Posterior</a:t>
            </a:r>
            <a:r>
              <a:rPr lang="de-DE" sz="1800" dirty="0"/>
              <a:t> </a:t>
            </a:r>
            <a:r>
              <a:rPr lang="de-DE" sz="1800" dirty="0" err="1"/>
              <a:t>predictive</a:t>
            </a:r>
            <a:r>
              <a:rPr lang="de-DE" sz="1800" dirty="0"/>
              <a:t>: </a:t>
            </a:r>
            <a:r>
              <a:rPr lang="de-DE" sz="1600" dirty="0"/>
              <a:t>(</a:t>
            </a:r>
            <a:r>
              <a:rPr lang="de-DE" sz="1600" b="1" i="1" dirty="0" err="1"/>
              <a:t>predict</a:t>
            </a:r>
            <a:r>
              <a:rPr lang="de-DE" sz="1600" b="1" i="1" dirty="0"/>
              <a:t> </a:t>
            </a:r>
            <a:r>
              <a:rPr lang="de-DE" sz="1600" b="1" dirty="0"/>
              <a:t>= TRUE</a:t>
            </a:r>
            <a:r>
              <a:rPr lang="de-DE" sz="1600" dirty="0"/>
              <a:t>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22FD760-8FD9-0C0D-1812-599F9CC4E4F2}"/>
              </a:ext>
            </a:extLst>
          </p:cNvPr>
          <p:cNvSpPr txBox="1">
            <a:spLocks/>
          </p:cNvSpPr>
          <p:nvPr/>
        </p:nvSpPr>
        <p:spPr>
          <a:xfrm>
            <a:off x="1097543" y="2484062"/>
            <a:ext cx="3119119" cy="1225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de-DE" sz="1700" dirty="0" err="1">
                <a:solidFill>
                  <a:schemeClr val="bg1"/>
                </a:solidFill>
              </a:rPr>
              <a:t>Posterior</a:t>
            </a:r>
            <a:r>
              <a:rPr lang="de-DE" sz="1700" dirty="0">
                <a:solidFill>
                  <a:schemeClr val="bg1"/>
                </a:solidFill>
              </a:rPr>
              <a:t> </a:t>
            </a:r>
            <a:r>
              <a:rPr lang="de-DE" sz="1700" dirty="0" err="1">
                <a:solidFill>
                  <a:schemeClr val="bg1"/>
                </a:solidFill>
              </a:rPr>
              <a:t>distributions</a:t>
            </a:r>
            <a:r>
              <a:rPr lang="de-DE" sz="17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de-DE" sz="1700" dirty="0">
                <a:solidFill>
                  <a:schemeClr val="bg1"/>
                </a:solidFill>
              </a:rPr>
              <a:t>(in </a:t>
            </a:r>
            <a:r>
              <a:rPr lang="de-DE" sz="1700" b="1" dirty="0" err="1">
                <a:solidFill>
                  <a:schemeClr val="bg1"/>
                </a:solidFill>
              </a:rPr>
              <a:t>logit</a:t>
            </a:r>
            <a:r>
              <a:rPr lang="de-DE" sz="1700" b="1" dirty="0">
                <a:solidFill>
                  <a:schemeClr val="bg1"/>
                </a:solidFill>
              </a:rPr>
              <a:t> </a:t>
            </a:r>
            <a:r>
              <a:rPr lang="de-DE" sz="1700" b="1" dirty="0" err="1">
                <a:solidFill>
                  <a:schemeClr val="bg1"/>
                </a:solidFill>
              </a:rPr>
              <a:t>scale</a:t>
            </a:r>
            <a:r>
              <a:rPr lang="de-DE" sz="1700" b="1" dirty="0">
                <a:solidFill>
                  <a:schemeClr val="bg1"/>
                </a:solidFill>
              </a:rPr>
              <a:t> </a:t>
            </a:r>
            <a:r>
              <a:rPr lang="de-DE" sz="1700" dirty="0" err="1">
                <a:solidFill>
                  <a:schemeClr val="bg1"/>
                </a:solidFill>
              </a:rPr>
              <a:t>for</a:t>
            </a:r>
            <a:r>
              <a:rPr lang="de-DE" sz="1700" dirty="0">
                <a:solidFill>
                  <a:schemeClr val="bg1"/>
                </a:solidFill>
              </a:rPr>
              <a:t> </a:t>
            </a:r>
            <a:r>
              <a:rPr lang="de-DE" sz="1700" dirty="0" err="1">
                <a:solidFill>
                  <a:schemeClr val="bg1"/>
                </a:solidFill>
              </a:rPr>
              <a:t>binary</a:t>
            </a:r>
            <a:r>
              <a:rPr lang="de-DE" sz="1700" dirty="0">
                <a:solidFill>
                  <a:schemeClr val="bg1"/>
                </a:solidFill>
              </a:rPr>
              <a:t> </a:t>
            </a:r>
            <a:r>
              <a:rPr lang="de-DE" sz="1700" dirty="0" err="1">
                <a:solidFill>
                  <a:schemeClr val="bg1"/>
                </a:solidFill>
              </a:rPr>
              <a:t>endpoint</a:t>
            </a:r>
            <a:r>
              <a:rPr lang="de-DE" sz="1700" dirty="0">
                <a:solidFill>
                  <a:schemeClr val="bg1"/>
                </a:solidFill>
              </a:rPr>
              <a:t>).</a:t>
            </a: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66744-DE0F-B385-5C7A-BD3A7EED2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670" y="2080360"/>
            <a:ext cx="3169553" cy="17097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836E53-D647-28E1-CEC6-360AD656E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1250" y="2080361"/>
            <a:ext cx="3212854" cy="17097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92793A-AA0F-5BBF-8D18-1BFDB12D7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155" y="1175887"/>
            <a:ext cx="4480963" cy="6789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C4F2C66-FBBC-08D6-58E1-60988481E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8233" y="4826000"/>
            <a:ext cx="6336949" cy="129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4621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5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2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20281-6141-B5DE-4364-587C167EB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de-DE" dirty="0" err="1">
                <a:solidFill>
                  <a:srgbClr val="FFFFFF"/>
                </a:solidFill>
              </a:rPr>
              <a:t>Bayesmeta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E7DB4F-393E-3436-BE27-81D9814F7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1456" y="334208"/>
            <a:ext cx="5838223" cy="1143000"/>
          </a:xfrm>
        </p:spPr>
        <p:txBody>
          <a:bodyPr>
            <a:noAutofit/>
          </a:bodyPr>
          <a:lstStyle/>
          <a:p>
            <a:r>
              <a:rPr lang="de-DE" dirty="0"/>
              <a:t> </a:t>
            </a:r>
            <a:r>
              <a:rPr lang="de-DE" sz="1800" dirty="0" err="1"/>
              <a:t>Posterior</a:t>
            </a:r>
            <a:r>
              <a:rPr lang="de-DE" sz="1800" dirty="0"/>
              <a:t> </a:t>
            </a:r>
            <a:r>
              <a:rPr lang="de-DE" sz="1800" dirty="0" err="1"/>
              <a:t>distribution</a:t>
            </a:r>
            <a:r>
              <a:rPr lang="de-DE" sz="1800" dirty="0"/>
              <a:t>: </a:t>
            </a:r>
          </a:p>
          <a:p>
            <a:pPr marL="0" indent="0">
              <a:buNone/>
            </a:pPr>
            <a:r>
              <a:rPr lang="de-DE" sz="1800" b="1" i="1" dirty="0"/>
              <a:t>      </a:t>
            </a:r>
            <a:r>
              <a:rPr lang="de-DE" sz="1600" b="1" i="1" dirty="0"/>
              <a:t>$</a:t>
            </a:r>
            <a:r>
              <a:rPr lang="de-DE" sz="1600" b="1" i="1" dirty="0" err="1"/>
              <a:t>dposterior</a:t>
            </a:r>
            <a:r>
              <a:rPr lang="de-DE" sz="1600" b="1" dirty="0"/>
              <a:t>, </a:t>
            </a:r>
            <a:r>
              <a:rPr lang="de-DE" sz="1600" b="1" i="1" dirty="0"/>
              <a:t>$</a:t>
            </a:r>
            <a:r>
              <a:rPr lang="de-DE" sz="1600" b="1" i="1" dirty="0" err="1"/>
              <a:t>pposteiror</a:t>
            </a:r>
            <a:r>
              <a:rPr lang="de-DE" sz="1600" b="1" dirty="0"/>
              <a:t>, </a:t>
            </a:r>
            <a:r>
              <a:rPr lang="de-DE" sz="1600" b="1" i="1" dirty="0"/>
              <a:t>$</a:t>
            </a:r>
            <a:r>
              <a:rPr lang="de-DE" sz="1600" b="1" i="1" dirty="0" err="1"/>
              <a:t>qposterior</a:t>
            </a:r>
            <a:r>
              <a:rPr lang="de-DE" sz="1600" b="1" dirty="0"/>
              <a:t>, </a:t>
            </a:r>
            <a:r>
              <a:rPr lang="de-DE" sz="1600" b="1" i="1" dirty="0"/>
              <a:t>$</a:t>
            </a:r>
            <a:r>
              <a:rPr lang="de-DE" sz="1600" b="1" i="1" dirty="0" err="1"/>
              <a:t>rposterior</a:t>
            </a:r>
            <a:endParaRPr lang="de-DE" sz="1600" b="1" i="1" dirty="0"/>
          </a:p>
          <a:p>
            <a:endParaRPr lang="de-DE" b="1" i="1" dirty="0"/>
          </a:p>
          <a:p>
            <a:endParaRPr lang="de-DE" i="1" dirty="0"/>
          </a:p>
          <a:p>
            <a:endParaRPr lang="de-DE" i="1" dirty="0"/>
          </a:p>
          <a:p>
            <a:pPr marL="0" indent="0">
              <a:buNone/>
            </a:pPr>
            <a:endParaRPr lang="de-DE" i="1" dirty="0"/>
          </a:p>
          <a:p>
            <a:pPr marL="0" indent="0">
              <a:buNone/>
            </a:pPr>
            <a:endParaRPr lang="de-DE" i="1" dirty="0"/>
          </a:p>
          <a:p>
            <a:endParaRPr lang="de-DE" sz="1800" dirty="0"/>
          </a:p>
          <a:p>
            <a:endParaRPr lang="de-DE" sz="500" dirty="0"/>
          </a:p>
          <a:p>
            <a:r>
              <a:rPr lang="de-DE" sz="1800" dirty="0" err="1"/>
              <a:t>Posterior</a:t>
            </a:r>
            <a:r>
              <a:rPr lang="de-DE" sz="1800" dirty="0"/>
              <a:t> </a:t>
            </a:r>
            <a:r>
              <a:rPr lang="de-DE" sz="1800" dirty="0" err="1"/>
              <a:t>shrinkage</a:t>
            </a:r>
            <a:r>
              <a:rPr lang="de-DE" sz="1800" dirty="0"/>
              <a:t>:</a:t>
            </a:r>
          </a:p>
          <a:p>
            <a:pPr marL="0" indent="0">
              <a:buNone/>
            </a:pPr>
            <a:r>
              <a:rPr lang="de-DE" sz="1800" b="1" i="1" dirty="0"/>
              <a:t>      </a:t>
            </a:r>
            <a:r>
              <a:rPr lang="de-DE" sz="1600" b="1" i="1" dirty="0"/>
              <a:t>$</a:t>
            </a:r>
            <a:r>
              <a:rPr lang="de-DE" sz="1600" b="1" i="1" dirty="0" err="1"/>
              <a:t>theta</a:t>
            </a:r>
            <a:endParaRPr lang="de-DE" sz="1600" b="1" i="1" dirty="0"/>
          </a:p>
          <a:p>
            <a:pPr marL="0" indent="0">
              <a:buNone/>
            </a:pPr>
            <a:endParaRPr lang="de-DE" i="1" dirty="0"/>
          </a:p>
          <a:p>
            <a:pPr marL="0" indent="0">
              <a:buNone/>
            </a:pPr>
            <a:endParaRPr lang="de-DE" i="1" dirty="0"/>
          </a:p>
          <a:p>
            <a:pPr marL="0" indent="0">
              <a:buNone/>
            </a:pPr>
            <a:endParaRPr lang="de-DE" i="1" dirty="0"/>
          </a:p>
          <a:p>
            <a:endParaRPr lang="de-DE" sz="100" dirty="0"/>
          </a:p>
          <a:p>
            <a:r>
              <a:rPr lang="de-DE" sz="1800" dirty="0" err="1"/>
              <a:t>Posterior</a:t>
            </a:r>
            <a:r>
              <a:rPr lang="de-DE" sz="1800" dirty="0"/>
              <a:t> </a:t>
            </a:r>
            <a:r>
              <a:rPr lang="de-DE" sz="1800" dirty="0" err="1"/>
              <a:t>predictive</a:t>
            </a:r>
            <a:r>
              <a:rPr lang="de-DE" sz="1800" dirty="0"/>
              <a:t>: </a:t>
            </a:r>
            <a:r>
              <a:rPr lang="de-DE" sz="1600" dirty="0"/>
              <a:t>(</a:t>
            </a:r>
            <a:r>
              <a:rPr lang="de-DE" sz="1600" b="1" i="1" dirty="0" err="1"/>
              <a:t>predict</a:t>
            </a:r>
            <a:r>
              <a:rPr lang="de-DE" sz="1600" b="1" i="1" dirty="0"/>
              <a:t> </a:t>
            </a:r>
            <a:r>
              <a:rPr lang="de-DE" sz="1600" b="1" dirty="0"/>
              <a:t>= TRUE</a:t>
            </a:r>
            <a:r>
              <a:rPr lang="de-DE" sz="1600" dirty="0"/>
              <a:t>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22FD760-8FD9-0C0D-1812-599F9CC4E4F2}"/>
              </a:ext>
            </a:extLst>
          </p:cNvPr>
          <p:cNvSpPr txBox="1">
            <a:spLocks/>
          </p:cNvSpPr>
          <p:nvPr/>
        </p:nvSpPr>
        <p:spPr>
          <a:xfrm>
            <a:off x="1097543" y="2484062"/>
            <a:ext cx="3119119" cy="1225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de-DE" sz="1700" dirty="0" err="1">
                <a:solidFill>
                  <a:schemeClr val="bg1"/>
                </a:solidFill>
              </a:rPr>
              <a:t>Posterior</a:t>
            </a:r>
            <a:r>
              <a:rPr lang="de-DE" sz="1700" dirty="0">
                <a:solidFill>
                  <a:schemeClr val="bg1"/>
                </a:solidFill>
              </a:rPr>
              <a:t> </a:t>
            </a:r>
            <a:r>
              <a:rPr lang="de-DE" sz="1700" dirty="0" err="1">
                <a:solidFill>
                  <a:schemeClr val="bg1"/>
                </a:solidFill>
              </a:rPr>
              <a:t>distributions</a:t>
            </a:r>
            <a:r>
              <a:rPr lang="de-DE" sz="17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de-DE" sz="1700" dirty="0">
                <a:solidFill>
                  <a:schemeClr val="bg1"/>
                </a:solidFill>
              </a:rPr>
              <a:t>(in </a:t>
            </a:r>
            <a:r>
              <a:rPr lang="de-DE" sz="1700" b="1" dirty="0" err="1">
                <a:solidFill>
                  <a:schemeClr val="bg1"/>
                </a:solidFill>
              </a:rPr>
              <a:t>logit</a:t>
            </a:r>
            <a:r>
              <a:rPr lang="de-DE" sz="1700" b="1" dirty="0">
                <a:solidFill>
                  <a:schemeClr val="bg1"/>
                </a:solidFill>
              </a:rPr>
              <a:t> </a:t>
            </a:r>
            <a:r>
              <a:rPr lang="de-DE" sz="1700" b="1" dirty="0" err="1">
                <a:solidFill>
                  <a:schemeClr val="bg1"/>
                </a:solidFill>
              </a:rPr>
              <a:t>scale</a:t>
            </a:r>
            <a:r>
              <a:rPr lang="de-DE" sz="1700" b="1" dirty="0">
                <a:solidFill>
                  <a:schemeClr val="bg1"/>
                </a:solidFill>
              </a:rPr>
              <a:t> </a:t>
            </a:r>
            <a:r>
              <a:rPr lang="de-DE" sz="1700" dirty="0" err="1">
                <a:solidFill>
                  <a:schemeClr val="bg1"/>
                </a:solidFill>
              </a:rPr>
              <a:t>for</a:t>
            </a:r>
            <a:r>
              <a:rPr lang="de-DE" sz="1700" dirty="0">
                <a:solidFill>
                  <a:schemeClr val="bg1"/>
                </a:solidFill>
              </a:rPr>
              <a:t> </a:t>
            </a:r>
            <a:r>
              <a:rPr lang="de-DE" sz="1700" dirty="0" err="1">
                <a:solidFill>
                  <a:schemeClr val="bg1"/>
                </a:solidFill>
              </a:rPr>
              <a:t>binary</a:t>
            </a:r>
            <a:r>
              <a:rPr lang="de-DE" sz="1700" dirty="0">
                <a:solidFill>
                  <a:schemeClr val="bg1"/>
                </a:solidFill>
              </a:rPr>
              <a:t> </a:t>
            </a:r>
            <a:r>
              <a:rPr lang="de-DE" sz="1700" dirty="0" err="1">
                <a:solidFill>
                  <a:schemeClr val="bg1"/>
                </a:solidFill>
              </a:rPr>
              <a:t>endpoint</a:t>
            </a:r>
            <a:r>
              <a:rPr lang="de-DE" sz="1700" dirty="0">
                <a:solidFill>
                  <a:schemeClr val="bg1"/>
                </a:solidFill>
              </a:rPr>
              <a:t>).</a:t>
            </a: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66744-DE0F-B385-5C7A-BD3A7EED2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670" y="2080360"/>
            <a:ext cx="3169553" cy="17097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836E53-D647-28E1-CEC6-360AD656E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1250" y="2080361"/>
            <a:ext cx="3212854" cy="17097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92793A-AA0F-5BBF-8D18-1BFDB12D7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155" y="1175887"/>
            <a:ext cx="4480963" cy="6789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C4F2C66-FBBC-08D6-58E1-60988481E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8233" y="4826000"/>
            <a:ext cx="6336949" cy="129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2762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5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2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20281-6141-B5DE-4364-587C167EB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de-DE" dirty="0" err="1">
                <a:solidFill>
                  <a:srgbClr val="FFFFFF"/>
                </a:solidFill>
              </a:rPr>
              <a:t>Bayesmeta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F8767-FDD2-5FB9-CE23-40DB1334C8E6}"/>
              </a:ext>
            </a:extLst>
          </p:cNvPr>
          <p:cNvSpPr txBox="1">
            <a:spLocks/>
          </p:cNvSpPr>
          <p:nvPr/>
        </p:nvSpPr>
        <p:spPr>
          <a:xfrm>
            <a:off x="5346347" y="571500"/>
            <a:ext cx="5919503" cy="929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de-DE" dirty="0"/>
              <a:t>Density </a:t>
            </a:r>
            <a:r>
              <a:rPr lang="de-DE" dirty="0" err="1"/>
              <a:t>distribution</a:t>
            </a:r>
            <a:r>
              <a:rPr lang="de-DE" dirty="0"/>
              <a:t>:</a:t>
            </a:r>
          </a:p>
          <a:p>
            <a:pPr marL="457200" lvl="1" indent="0">
              <a:buFont typeface="Wingdings 3" charset="2"/>
              <a:buNone/>
            </a:pPr>
            <a:r>
              <a:rPr lang="de-DE" b="1" i="1" dirty="0"/>
              <a:t>$</a:t>
            </a:r>
            <a:r>
              <a:rPr lang="de-DE" b="1" i="1" dirty="0" err="1"/>
              <a:t>rposterior</a:t>
            </a:r>
            <a:endParaRPr lang="de-DE" b="1" i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9416B7-10DB-3F10-5D1D-DAFEEBFBD769}"/>
              </a:ext>
            </a:extLst>
          </p:cNvPr>
          <p:cNvSpPr txBox="1">
            <a:spLocks/>
          </p:cNvSpPr>
          <p:nvPr/>
        </p:nvSpPr>
        <p:spPr>
          <a:xfrm>
            <a:off x="1134161" y="2656782"/>
            <a:ext cx="3041861" cy="77221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de-DE" dirty="0" err="1">
                <a:solidFill>
                  <a:schemeClr val="bg1"/>
                </a:solidFill>
              </a:rPr>
              <a:t>Posterior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predictive</a:t>
            </a:r>
            <a:r>
              <a:rPr lang="de-DE" dirty="0">
                <a:solidFill>
                  <a:schemeClr val="bg1"/>
                </a:solidFill>
              </a:rPr>
              <a:t> in </a:t>
            </a:r>
            <a:r>
              <a:rPr lang="de-DE" b="1" dirty="0" err="1">
                <a:solidFill>
                  <a:schemeClr val="bg1"/>
                </a:solidFill>
              </a:rPr>
              <a:t>response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scale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binary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endpoint</a:t>
            </a:r>
            <a:r>
              <a:rPr lang="de-DE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80A2CF-97AD-BD3F-F8C2-9E4F49BFC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109" y="2482201"/>
            <a:ext cx="6711870" cy="38042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629988-482A-E1DB-ECDC-D9BF098DF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732" y="1501287"/>
            <a:ext cx="6163125" cy="696973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57504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2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20281-6141-B5DE-4364-587C167EB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de-DE" dirty="0" err="1">
                <a:solidFill>
                  <a:srgbClr val="FFFFFF"/>
                </a:solidFill>
              </a:rPr>
              <a:t>Bayesmeta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F8767-FDD2-5FB9-CE23-40DB1334C8E6}"/>
              </a:ext>
            </a:extLst>
          </p:cNvPr>
          <p:cNvSpPr txBox="1">
            <a:spLocks/>
          </p:cNvSpPr>
          <p:nvPr/>
        </p:nvSpPr>
        <p:spPr>
          <a:xfrm>
            <a:off x="5346347" y="571500"/>
            <a:ext cx="5919503" cy="929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de-DE" dirty="0"/>
              <a:t>Density </a:t>
            </a:r>
            <a:r>
              <a:rPr lang="de-DE" dirty="0" err="1"/>
              <a:t>distribution</a:t>
            </a:r>
            <a:r>
              <a:rPr lang="de-DE" dirty="0"/>
              <a:t>:</a:t>
            </a:r>
          </a:p>
          <a:p>
            <a:pPr marL="457200" lvl="1" indent="0">
              <a:buFont typeface="Wingdings 3" charset="2"/>
              <a:buNone/>
            </a:pPr>
            <a:r>
              <a:rPr lang="de-DE" b="1" i="1" dirty="0"/>
              <a:t>$support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BAB66B-515A-B999-2FEB-E112FB25C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915" y="1525827"/>
            <a:ext cx="5877935" cy="12723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CDB856-62DE-ED1B-8BE1-11D7DFC6B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109" y="3289271"/>
            <a:ext cx="6444595" cy="2358991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3B59746-DD09-9342-689E-282A2FF332AB}"/>
              </a:ext>
            </a:extLst>
          </p:cNvPr>
          <p:cNvSpPr txBox="1">
            <a:spLocks/>
          </p:cNvSpPr>
          <p:nvPr/>
        </p:nvSpPr>
        <p:spPr>
          <a:xfrm>
            <a:off x="1134160" y="2656781"/>
            <a:ext cx="2674867" cy="155598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de-DE" dirty="0" err="1">
                <a:solidFill>
                  <a:schemeClr val="bg1"/>
                </a:solidFill>
              </a:rPr>
              <a:t>Posterior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predictive</a:t>
            </a:r>
            <a:r>
              <a:rPr lang="de-DE" dirty="0">
                <a:solidFill>
                  <a:schemeClr val="bg1"/>
                </a:solidFill>
              </a:rPr>
              <a:t> in </a:t>
            </a:r>
            <a:r>
              <a:rPr lang="de-DE" b="1" dirty="0" err="1">
                <a:solidFill>
                  <a:schemeClr val="bg1"/>
                </a:solidFill>
              </a:rPr>
              <a:t>response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scale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binary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endpoint</a:t>
            </a:r>
            <a:r>
              <a:rPr lang="de-DE" dirty="0">
                <a:solidFill>
                  <a:schemeClr val="bg1"/>
                </a:solidFill>
              </a:rPr>
              <a:t>: </a:t>
            </a:r>
            <a:r>
              <a:rPr lang="de-DE" dirty="0" err="1">
                <a:solidFill>
                  <a:schemeClr val="bg1"/>
                </a:solidFill>
              </a:rPr>
              <a:t>logit</a:t>
            </a:r>
            <a:r>
              <a:rPr lang="de-DE" dirty="0">
                <a:solidFill>
                  <a:schemeClr val="bg1"/>
                </a:solidFill>
              </a:rPr>
              <a:t>-normal (</a:t>
            </a:r>
            <a:r>
              <a:rPr lang="de-DE" dirty="0" err="1">
                <a:solidFill>
                  <a:schemeClr val="bg1"/>
                </a:solidFill>
              </a:rPr>
              <a:t>linearity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of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pushforwards</a:t>
            </a:r>
            <a:r>
              <a:rPr lang="de-DE" dirty="0">
                <a:solidFill>
                  <a:schemeClr val="bg1"/>
                </a:solidFill>
              </a:rPr>
              <a:t>).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FE8AF9-100D-B38E-1080-832FCDDD7B4F}"/>
              </a:ext>
            </a:extLst>
          </p:cNvPr>
          <p:cNvSpPr txBox="1"/>
          <p:nvPr/>
        </p:nvSpPr>
        <p:spPr>
          <a:xfrm>
            <a:off x="9124123" y="6308981"/>
            <a:ext cx="27913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Frederic and Lad 2003; Betancourt 2023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8381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2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20281-6141-B5DE-4364-587C167EB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de-DE" dirty="0" err="1">
                <a:solidFill>
                  <a:srgbClr val="FFFFFF"/>
                </a:solidFill>
              </a:rPr>
              <a:t>Bayesmeta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7FF22CB-C5BE-12AD-BA74-06D272749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912" y="1522714"/>
            <a:ext cx="7078629" cy="39674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79953E-10BF-5139-8B50-23026F8FF227}"/>
              </a:ext>
            </a:extLst>
          </p:cNvPr>
          <p:cNvSpPr txBox="1">
            <a:spLocks/>
          </p:cNvSpPr>
          <p:nvPr/>
        </p:nvSpPr>
        <p:spPr>
          <a:xfrm>
            <a:off x="1134161" y="2656783"/>
            <a:ext cx="2722590" cy="71492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de-DE" dirty="0" err="1">
                <a:solidFill>
                  <a:schemeClr val="bg1"/>
                </a:solidFill>
              </a:rPr>
              <a:t>Posterior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predictive</a:t>
            </a:r>
            <a:r>
              <a:rPr lang="de-DE" dirty="0">
                <a:solidFill>
                  <a:schemeClr val="bg1"/>
                </a:solidFill>
              </a:rPr>
              <a:t>: </a:t>
            </a:r>
            <a:r>
              <a:rPr lang="de-DE" b="1" dirty="0" err="1">
                <a:solidFill>
                  <a:schemeClr val="bg1"/>
                </a:solidFill>
              </a:rPr>
              <a:t>logit</a:t>
            </a:r>
            <a:r>
              <a:rPr lang="de-DE" b="1" dirty="0">
                <a:solidFill>
                  <a:schemeClr val="bg1"/>
                </a:solidFill>
              </a:rPr>
              <a:t>-normal (</a:t>
            </a:r>
            <a:r>
              <a:rPr lang="de-DE" b="1" dirty="0" err="1">
                <a:solidFill>
                  <a:schemeClr val="bg1"/>
                </a:solidFill>
              </a:rPr>
              <a:t>pushforwards</a:t>
            </a:r>
            <a:r>
              <a:rPr lang="de-DE" b="1" dirty="0">
                <a:solidFill>
                  <a:schemeClr val="bg1"/>
                </a:solidFill>
              </a:rPr>
              <a:t>)</a:t>
            </a:r>
            <a:r>
              <a:rPr lang="de-DE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03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84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89" name="Oval 88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218716-D522-60F1-E1E8-BDAAC896B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Posterior predictive density</a:t>
            </a:r>
          </a:p>
        </p:txBody>
      </p:sp>
      <p:sp>
        <p:nvSpPr>
          <p:cNvPr id="99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1" name="Freeform: Shape 100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FA1CDA-AFFE-5372-5BFC-DCE7602DC3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523" y="1141407"/>
            <a:ext cx="7075270" cy="436897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248708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06" name="Oval 105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14" name="Rectangle 113">
            <a:extLst>
              <a:ext uri="{FF2B5EF4-FFF2-40B4-BE49-F238E27FC236}">
                <a16:creationId xmlns:a16="http://schemas.microsoft.com/office/drawing/2014/main" id="{D27CF008-4B18-436D-B2D5-C1346C124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E22DAD8-5F67-4B73-ADA9-06EF381F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8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8D82F4-8705-DE36-CFE7-81DDC460A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854346"/>
            <a:ext cx="9149350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Metrics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47B51E-5DA0-5521-1FB2-CDBF23138A4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258"/>
          <a:stretch/>
        </p:blipFill>
        <p:spPr>
          <a:xfrm>
            <a:off x="228600" y="985520"/>
            <a:ext cx="10131424" cy="26006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FB5C718-07DB-4E9D-82EB-0401CCF5A215}"/>
              </a:ext>
            </a:extLst>
          </p:cNvPr>
          <p:cNvSpPr/>
          <p:nvPr/>
        </p:nvSpPr>
        <p:spPr>
          <a:xfrm>
            <a:off x="1751012" y="985521"/>
            <a:ext cx="5300028" cy="2443480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0C9809-3FF4-1EB7-2262-D16918103344}"/>
              </a:ext>
            </a:extLst>
          </p:cNvPr>
          <p:cNvSpPr/>
          <p:nvPr/>
        </p:nvSpPr>
        <p:spPr>
          <a:xfrm>
            <a:off x="7109381" y="985520"/>
            <a:ext cx="1925476" cy="2452789"/>
          </a:xfrm>
          <a:prstGeom prst="rect">
            <a:avLst/>
          </a:prstGeom>
          <a:noFill/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1004EB-CF70-4FC2-E684-2E2B90D2C81C}"/>
              </a:ext>
            </a:extLst>
          </p:cNvPr>
          <p:cNvSpPr/>
          <p:nvPr/>
        </p:nvSpPr>
        <p:spPr>
          <a:xfrm>
            <a:off x="9093199" y="985520"/>
            <a:ext cx="1056641" cy="2443480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30426B-B0FF-C8FE-788E-B5160D6ECD2D}"/>
              </a:ext>
            </a:extLst>
          </p:cNvPr>
          <p:cNvSpPr txBox="1"/>
          <p:nvPr/>
        </p:nvSpPr>
        <p:spPr>
          <a:xfrm>
            <a:off x="1873864" y="3672597"/>
            <a:ext cx="81099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rgbClr val="0070C0"/>
                </a:solidFill>
              </a:rPr>
              <a:t>Logit-normal: </a:t>
            </a:r>
            <a:r>
              <a:rPr lang="de-DE" sz="1200" dirty="0" err="1">
                <a:solidFill>
                  <a:srgbClr val="0070C0"/>
                </a:solidFill>
              </a:rPr>
              <a:t>pushforwards</a:t>
            </a:r>
            <a:r>
              <a:rPr lang="de-DE" sz="1200" dirty="0">
                <a:solidFill>
                  <a:srgbClr val="0070C0"/>
                </a:solidFill>
              </a:rPr>
              <a:t> 							</a:t>
            </a:r>
            <a:r>
              <a:rPr lang="de-DE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Beta fit:  </a:t>
            </a:r>
            <a:r>
              <a:rPr lang="de-DE"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Bayesmeta</a:t>
            </a:r>
            <a:r>
              <a:rPr lang="de-DE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sample 	   </a:t>
            </a:r>
            <a:r>
              <a:rPr lang="de-DE" sz="1200" dirty="0" err="1">
                <a:solidFill>
                  <a:srgbClr val="00B050"/>
                </a:solidFill>
              </a:rPr>
              <a:t>Rbest</a:t>
            </a:r>
            <a:r>
              <a:rPr lang="de-DE" sz="1200" dirty="0"/>
              <a:t>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607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8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94" name="Oval 9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00" name="Rectangle 9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D27CF008-4B18-436D-B2D5-C1346C124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E22DAD8-5F67-4B73-ADA9-06EF381F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6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4D6315-93D7-A8CF-9F63-EA922C9554A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219"/>
          <a:stretch/>
        </p:blipFill>
        <p:spPr>
          <a:xfrm>
            <a:off x="473404" y="384127"/>
            <a:ext cx="9299810" cy="35477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5E73F-D5EB-D6ED-0C51-0DB56FCD3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854346"/>
            <a:ext cx="9149350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Quantiles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24CDCC-CAE4-BE0A-13E0-E525BEDFC46C}"/>
              </a:ext>
            </a:extLst>
          </p:cNvPr>
          <p:cNvSpPr/>
          <p:nvPr/>
        </p:nvSpPr>
        <p:spPr>
          <a:xfrm>
            <a:off x="1383262" y="260677"/>
            <a:ext cx="4918195" cy="3547799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F391A0-8662-3A5C-442B-D9A59B32E6AC}"/>
              </a:ext>
            </a:extLst>
          </p:cNvPr>
          <p:cNvSpPr/>
          <p:nvPr/>
        </p:nvSpPr>
        <p:spPr>
          <a:xfrm>
            <a:off x="6344214" y="260522"/>
            <a:ext cx="1783786" cy="3547798"/>
          </a:xfrm>
          <a:prstGeom prst="rect">
            <a:avLst/>
          </a:prstGeom>
          <a:noFill/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3327FE-BFD4-0123-2AA0-68C8743E6265}"/>
              </a:ext>
            </a:extLst>
          </p:cNvPr>
          <p:cNvSpPr/>
          <p:nvPr/>
        </p:nvSpPr>
        <p:spPr>
          <a:xfrm>
            <a:off x="8191617" y="260520"/>
            <a:ext cx="1603387" cy="3547956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AA3FCB-C3F3-FC30-D832-3CCFB7088DAF}"/>
              </a:ext>
            </a:extLst>
          </p:cNvPr>
          <p:cNvSpPr txBox="1"/>
          <p:nvPr/>
        </p:nvSpPr>
        <p:spPr>
          <a:xfrm>
            <a:off x="1383262" y="3901984"/>
            <a:ext cx="79512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rgbClr val="0070C0"/>
                </a:solidFill>
              </a:rPr>
              <a:t>Logit-normal: </a:t>
            </a:r>
            <a:r>
              <a:rPr lang="de-DE" sz="1200" dirty="0" err="1">
                <a:solidFill>
                  <a:srgbClr val="0070C0"/>
                </a:solidFill>
              </a:rPr>
              <a:t>pushforwards</a:t>
            </a:r>
            <a:r>
              <a:rPr lang="de-DE" sz="1200" dirty="0">
                <a:solidFill>
                  <a:srgbClr val="0070C0"/>
                </a:solidFill>
              </a:rPr>
              <a:t> 						    </a:t>
            </a:r>
            <a:r>
              <a:rPr lang="de-DE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Beta fit:  </a:t>
            </a:r>
            <a:r>
              <a:rPr lang="de-DE"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Bayesmeta</a:t>
            </a:r>
            <a:r>
              <a:rPr lang="de-DE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sample 	         </a:t>
            </a:r>
            <a:r>
              <a:rPr lang="de-DE" sz="1200" dirty="0" err="1">
                <a:solidFill>
                  <a:srgbClr val="00B050"/>
                </a:solidFill>
              </a:rPr>
              <a:t>Rbest</a:t>
            </a:r>
            <a:r>
              <a:rPr lang="de-DE" sz="1200" dirty="0"/>
              <a:t>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22414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10E80F-9C89-42DA-AC6A-CA9F6C0FE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E530ED-759E-2D0D-8A20-715DBB9B0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5424" y="295067"/>
            <a:ext cx="3354807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ESS: Moments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5955B09-6DFD-41EE-8794-648DBC50B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A1C8458-DBAA-4D00-98AC-E9890360D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7" name="Rounded Rectangle 4">
            <a:extLst>
              <a:ext uri="{FF2B5EF4-FFF2-40B4-BE49-F238E27FC236}">
                <a16:creationId xmlns:a16="http://schemas.microsoft.com/office/drawing/2014/main" id="{A8D15A26-D50C-4BE5-8A59-321D90248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591673"/>
            <a:ext cx="6272784" cy="5626247"/>
          </a:xfrm>
          <a:prstGeom prst="roundRect">
            <a:avLst>
              <a:gd name="adj" fmla="val 0"/>
            </a:avLst>
          </a:prstGeom>
          <a:ln w="12700">
            <a:solidFill>
              <a:schemeClr val="bg2"/>
            </a:solidFill>
          </a:ln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88B3CB-06C5-8602-BB13-E2C7564E11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2101" b="1519"/>
          <a:stretch/>
        </p:blipFill>
        <p:spPr>
          <a:xfrm>
            <a:off x="1162067" y="2097885"/>
            <a:ext cx="5296485" cy="2527377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F14C170-CBEB-0501-6F5F-076F0941F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9689" y="3719696"/>
            <a:ext cx="2535291" cy="312274"/>
          </a:xfrm>
        </p:spPr>
        <p:txBody>
          <a:bodyPr>
            <a:normAutofit fontScale="70000" lnSpcReduction="20000"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Conjugate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distribution</a:t>
            </a:r>
            <a:r>
              <a:rPr lang="de-DE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091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10E80F-9C89-42DA-AC6A-CA9F6C0FE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E530ED-759E-2D0D-8A20-715DBB9B0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5424" y="295067"/>
            <a:ext cx="3354807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ESS: Moments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5955B09-6DFD-41EE-8794-648DBC50B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A1C8458-DBAA-4D00-98AC-E9890360D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7" name="Rounded Rectangle 4">
            <a:extLst>
              <a:ext uri="{FF2B5EF4-FFF2-40B4-BE49-F238E27FC236}">
                <a16:creationId xmlns:a16="http://schemas.microsoft.com/office/drawing/2014/main" id="{A8D15A26-D50C-4BE5-8A59-321D90248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591673"/>
            <a:ext cx="6272784" cy="5626247"/>
          </a:xfrm>
          <a:prstGeom prst="roundRect">
            <a:avLst>
              <a:gd name="adj" fmla="val 0"/>
            </a:avLst>
          </a:prstGeom>
          <a:ln w="12700">
            <a:solidFill>
              <a:schemeClr val="bg2"/>
            </a:solidFill>
          </a:ln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6140B9-E2D2-E67B-1542-1464A796FFE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70" r="3342"/>
          <a:stretch/>
        </p:blipFill>
        <p:spPr>
          <a:xfrm>
            <a:off x="1222408" y="1802331"/>
            <a:ext cx="5163620" cy="289791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E741196-A66F-AF93-8C77-CD882CF3A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5068" y="3656641"/>
            <a:ext cx="3354807" cy="616962"/>
          </a:xfrm>
        </p:spPr>
        <p:txBody>
          <a:bodyPr>
            <a:normAutofit/>
          </a:bodyPr>
          <a:lstStyle/>
          <a:p>
            <a:r>
              <a:rPr lang="de-DE" sz="1400" dirty="0" err="1">
                <a:solidFill>
                  <a:schemeClr val="bg1"/>
                </a:solidFill>
              </a:rPr>
              <a:t>Variance</a:t>
            </a:r>
            <a:r>
              <a:rPr lang="de-DE" sz="1400" dirty="0">
                <a:solidFill>
                  <a:schemeClr val="bg1"/>
                </a:solidFill>
              </a:rPr>
              <a:t> &amp; Precision </a:t>
            </a:r>
            <a:r>
              <a:rPr lang="de-DE" sz="1400" dirty="0" err="1">
                <a:solidFill>
                  <a:schemeClr val="bg1"/>
                </a:solidFill>
              </a:rPr>
              <a:t>ratio</a:t>
            </a:r>
            <a:r>
              <a:rPr lang="de-DE" sz="1400" dirty="0">
                <a:solidFill>
                  <a:schemeClr val="bg1"/>
                </a:solidFill>
              </a:rPr>
              <a:t> </a:t>
            </a:r>
            <a:r>
              <a:rPr lang="de-DE" sz="1400" dirty="0" err="1">
                <a:solidFill>
                  <a:schemeClr val="bg1"/>
                </a:solidFill>
              </a:rPr>
              <a:t>methods</a:t>
            </a:r>
            <a:r>
              <a:rPr lang="de-DE" sz="1400" dirty="0">
                <a:solidFill>
                  <a:schemeClr val="bg1"/>
                </a:solidFill>
              </a:rPr>
              <a:t>.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0749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10E80F-9C89-42DA-AC6A-CA9F6C0FE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E530ED-759E-2D0D-8A20-715DBB9B0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5424" y="295067"/>
            <a:ext cx="3354807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ESS</a:t>
            </a:r>
            <a:r>
              <a:rPr lang="en-US" sz="5400" dirty="0">
                <a:solidFill>
                  <a:srgbClr val="EBEBEB"/>
                </a:solidFill>
              </a:rPr>
              <a:t>: Morita</a:t>
            </a:r>
            <a:endParaRPr lang="en-US" sz="5400" b="0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5955B09-6DFD-41EE-8794-648DBC50B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A1C8458-DBAA-4D00-98AC-E9890360D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7" name="Rounded Rectangle 4">
            <a:extLst>
              <a:ext uri="{FF2B5EF4-FFF2-40B4-BE49-F238E27FC236}">
                <a16:creationId xmlns:a16="http://schemas.microsoft.com/office/drawing/2014/main" id="{A8D15A26-D50C-4BE5-8A59-321D90248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591673"/>
            <a:ext cx="6272784" cy="5626247"/>
          </a:xfrm>
          <a:prstGeom prst="roundRect">
            <a:avLst>
              <a:gd name="adj" fmla="val 0"/>
            </a:avLst>
          </a:prstGeom>
          <a:ln w="12700">
            <a:solidFill>
              <a:schemeClr val="bg2"/>
            </a:solidFill>
          </a:ln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4494C-2322-23F7-70B6-B8257D67F4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769" y="1400978"/>
            <a:ext cx="5660331" cy="366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206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10E80F-9C89-42DA-AC6A-CA9F6C0FE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E530ED-759E-2D0D-8A20-715DBB9B0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5424" y="295067"/>
            <a:ext cx="3354807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ESS:</a:t>
            </a:r>
            <a:br>
              <a:rPr lang="en-US" sz="5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r>
              <a:rPr lang="en-US" sz="5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ELIR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5955B09-6DFD-41EE-8794-648DBC50B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A1C8458-DBAA-4D00-98AC-E9890360D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7" name="Rounded Rectangle 4">
            <a:extLst>
              <a:ext uri="{FF2B5EF4-FFF2-40B4-BE49-F238E27FC236}">
                <a16:creationId xmlns:a16="http://schemas.microsoft.com/office/drawing/2014/main" id="{A8D15A26-D50C-4BE5-8A59-321D90248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591673"/>
            <a:ext cx="6272784" cy="5626247"/>
          </a:xfrm>
          <a:prstGeom prst="roundRect">
            <a:avLst>
              <a:gd name="adj" fmla="val 0"/>
            </a:avLst>
          </a:prstGeom>
          <a:ln w="12700">
            <a:solidFill>
              <a:schemeClr val="bg2"/>
            </a:solidFill>
          </a:ln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600172-4159-FE50-3132-7106D5E1810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476" t="2608" r="9832" b="1315"/>
          <a:stretch/>
        </p:blipFill>
        <p:spPr>
          <a:xfrm>
            <a:off x="1126155" y="1763027"/>
            <a:ext cx="5486477" cy="256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3145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E530ED-759E-2D0D-8A20-715DBB9B0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757" y="2199735"/>
            <a:ext cx="4166510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ESS:</a:t>
            </a:r>
            <a:br>
              <a:rPr lang="en-US" sz="3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r>
              <a:rPr lang="en-US" sz="3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Binomial likelihood</a:t>
            </a:r>
          </a:p>
        </p:txBody>
      </p:sp>
      <p:sp>
        <p:nvSpPr>
          <p:cNvPr id="44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6" name="Freeform: Shape 45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8FDDAA-7590-9FA7-9151-3500A0465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30702"/>
            <a:ext cx="5278422" cy="683696"/>
          </a:xfrm>
          <a:prstGeom prst="rect">
            <a:avLst/>
          </a:prstGeom>
          <a:ln w="25400">
            <a:solidFill>
              <a:schemeClr val="tx2">
                <a:lumMod val="75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60667F-1F98-0FB2-3DA8-B5B75CCAEBAF}"/>
              </a:ext>
            </a:extLst>
          </p:cNvPr>
          <p:cNvSpPr txBox="1"/>
          <p:nvPr/>
        </p:nvSpPr>
        <p:spPr>
          <a:xfrm>
            <a:off x="8337505" y="1345041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RBesT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F504E9-7286-4C71-5604-5E1FDD4A8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125" y="4419455"/>
            <a:ext cx="5857388" cy="683245"/>
          </a:xfrm>
          <a:prstGeom prst="rect">
            <a:avLst/>
          </a:prstGeom>
          <a:ln w="25400">
            <a:solidFill>
              <a:schemeClr val="tx2">
                <a:lumMod val="7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0F08EE-94C5-6BD9-66B7-B8F78FE259CE}"/>
              </a:ext>
            </a:extLst>
          </p:cNvPr>
          <p:cNvSpPr txBox="1"/>
          <p:nvPr/>
        </p:nvSpPr>
        <p:spPr>
          <a:xfrm>
            <a:off x="8014500" y="3637390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Bayesmeta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51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E530ED-759E-2D0D-8A20-715DBB9B0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757" y="2199735"/>
            <a:ext cx="4166510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ESS:</a:t>
            </a:r>
            <a:br>
              <a:rPr lang="en-US" sz="3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r>
              <a:rPr lang="en-US" sz="3600" dirty="0">
                <a:solidFill>
                  <a:srgbClr val="EBEBEB"/>
                </a:solidFill>
              </a:rPr>
              <a:t>Norm</a:t>
            </a:r>
            <a:r>
              <a:rPr lang="en-US" sz="3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al </a:t>
            </a:r>
            <a:br>
              <a:rPr lang="en-US" sz="3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r>
              <a:rPr lang="en-US" sz="3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likelihood</a:t>
            </a:r>
          </a:p>
        </p:txBody>
      </p:sp>
      <p:sp>
        <p:nvSpPr>
          <p:cNvPr id="44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6" name="Freeform: Shape 45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F58349-56D2-46DA-2250-D7820124DE3D}"/>
              </a:ext>
            </a:extLst>
          </p:cNvPr>
          <p:cNvSpPr/>
          <p:nvPr/>
        </p:nvSpPr>
        <p:spPr>
          <a:xfrm>
            <a:off x="6387266" y="4665777"/>
            <a:ext cx="4311650" cy="181206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28D89A-DAF1-CCAF-176F-468D1043B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906" y="5536760"/>
            <a:ext cx="3918371" cy="7926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605D4F-44F7-5029-6B37-2BEDB7D62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760" y="5151463"/>
            <a:ext cx="1273168" cy="33648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69E194-7C52-8889-A45B-558B84029E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43" t="21245"/>
          <a:stretch/>
        </p:blipFill>
        <p:spPr>
          <a:xfrm>
            <a:off x="6583906" y="4982785"/>
            <a:ext cx="1471394" cy="1478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275116-FB33-0F99-A4F4-A5E847FBD8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46" t="15457" r="2918" b="22241"/>
          <a:stretch/>
        </p:blipFill>
        <p:spPr>
          <a:xfrm>
            <a:off x="8510411" y="4988740"/>
            <a:ext cx="1991866" cy="14953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89B9EA4-6406-3768-335B-37AE9DE90034}"/>
              </a:ext>
            </a:extLst>
          </p:cNvPr>
          <p:cNvSpPr txBox="1"/>
          <p:nvPr/>
        </p:nvSpPr>
        <p:spPr>
          <a:xfrm>
            <a:off x="7819305" y="93470"/>
            <a:ext cx="14475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sz="4000" b="1" dirty="0"/>
              <a:t>σ</a:t>
            </a:r>
          </a:p>
          <a:p>
            <a:pPr algn="ctr"/>
            <a:r>
              <a:rPr lang="en-US" sz="2000" b="1" dirty="0"/>
              <a:t>(known)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6252A9C-9038-2C9C-FA4D-AED670E3B4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0464" y="1864343"/>
            <a:ext cx="3499894" cy="201363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89080E0-C103-C3BC-84E2-117307F63A5D}"/>
              </a:ext>
            </a:extLst>
          </p:cNvPr>
          <p:cNvSpPr/>
          <p:nvPr/>
        </p:nvSpPr>
        <p:spPr>
          <a:xfrm>
            <a:off x="6387266" y="1715267"/>
            <a:ext cx="4311650" cy="227892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B4C1F1-089D-3558-221A-46B9B9220323}"/>
              </a:ext>
            </a:extLst>
          </p:cNvPr>
          <p:cNvSpPr txBox="1"/>
          <p:nvPr/>
        </p:nvSpPr>
        <p:spPr>
          <a:xfrm>
            <a:off x="8152569" y="1322748"/>
            <a:ext cx="729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err="1"/>
              <a:t>RBesT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2358B1-4FAB-00C4-C4E4-350030F9504D}"/>
              </a:ext>
            </a:extLst>
          </p:cNvPr>
          <p:cNvSpPr txBox="1"/>
          <p:nvPr/>
        </p:nvSpPr>
        <p:spPr>
          <a:xfrm>
            <a:off x="7979109" y="4115695"/>
            <a:ext cx="13003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err="1"/>
              <a:t>Bayesmeta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489189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 animBg="1"/>
      <p:bldP spid="19" grpId="0"/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112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17" name="Oval 116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23" name="Rectangle 122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5" name="Rectangle 124">
            <a:extLst>
              <a:ext uri="{FF2B5EF4-FFF2-40B4-BE49-F238E27FC236}">
                <a16:creationId xmlns:a16="http://schemas.microsoft.com/office/drawing/2014/main" id="{D27CF008-4B18-436D-B2D5-C1346C124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CE22DAD8-5F67-4B73-ADA9-06EF381F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9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B9637F-CC42-7BC1-1B23-13D2DFFFE4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8471"/>
          <a:stretch/>
        </p:blipFill>
        <p:spPr>
          <a:xfrm>
            <a:off x="511523" y="1928272"/>
            <a:ext cx="11168648" cy="13322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E662C08-5873-437E-B945-F066B8DEFAD0}"/>
              </a:ext>
            </a:extLst>
          </p:cNvPr>
          <p:cNvSpPr/>
          <p:nvPr/>
        </p:nvSpPr>
        <p:spPr>
          <a:xfrm>
            <a:off x="1441450" y="1747520"/>
            <a:ext cx="1880732" cy="1412238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1408E0-388B-876A-E3F9-E2D342DB0512}"/>
              </a:ext>
            </a:extLst>
          </p:cNvPr>
          <p:cNvSpPr/>
          <p:nvPr/>
        </p:nvSpPr>
        <p:spPr>
          <a:xfrm>
            <a:off x="3368836" y="1747519"/>
            <a:ext cx="2341084" cy="1412241"/>
          </a:xfrm>
          <a:prstGeom prst="rect">
            <a:avLst/>
          </a:prstGeom>
          <a:noFill/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F83DA5-9D4B-97AD-547D-3FCF15C1AC91}"/>
              </a:ext>
            </a:extLst>
          </p:cNvPr>
          <p:cNvSpPr/>
          <p:nvPr/>
        </p:nvSpPr>
        <p:spPr>
          <a:xfrm>
            <a:off x="5756574" y="1747517"/>
            <a:ext cx="1243803" cy="1412241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41736-F08E-A142-0EC5-878081BE7CE8}"/>
              </a:ext>
            </a:extLst>
          </p:cNvPr>
          <p:cNvSpPr/>
          <p:nvPr/>
        </p:nvSpPr>
        <p:spPr>
          <a:xfrm>
            <a:off x="7047031" y="1747518"/>
            <a:ext cx="4469752" cy="14122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1F94A6-FED1-1492-3C44-E2545017033B}"/>
              </a:ext>
            </a:extLst>
          </p:cNvPr>
          <p:cNvSpPr txBox="1"/>
          <p:nvPr/>
        </p:nvSpPr>
        <p:spPr>
          <a:xfrm>
            <a:off x="1876266" y="3423857"/>
            <a:ext cx="84625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solidFill>
                  <a:srgbClr val="00B050"/>
                </a:solidFill>
              </a:rPr>
              <a:t>Rbest</a:t>
            </a:r>
            <a:r>
              <a:rPr lang="de-DE" sz="1200" dirty="0"/>
              <a:t>                        </a:t>
            </a:r>
            <a:r>
              <a:rPr lang="de-DE"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Bayesmeta</a:t>
            </a:r>
            <a:r>
              <a:rPr lang="de-DE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sample </a:t>
            </a:r>
            <a:r>
              <a:rPr lang="de-DE"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beta</a:t>
            </a:r>
            <a:r>
              <a:rPr lang="de-DE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fit       </a:t>
            </a:r>
            <a:r>
              <a:rPr lang="de-DE" sz="1200" dirty="0">
                <a:solidFill>
                  <a:srgbClr val="0070C0"/>
                </a:solidFill>
              </a:rPr>
              <a:t>Logit-normal: </a:t>
            </a:r>
            <a:r>
              <a:rPr lang="de-DE" sz="1200" dirty="0" err="1">
                <a:solidFill>
                  <a:srgbClr val="0070C0"/>
                </a:solidFill>
              </a:rPr>
              <a:t>pushforwards</a:t>
            </a:r>
            <a:r>
              <a:rPr lang="de-DE" sz="1200" dirty="0">
                <a:solidFill>
                  <a:srgbClr val="0070C0"/>
                </a:solidFill>
              </a:rPr>
              <a:t>                          </a:t>
            </a:r>
            <a:r>
              <a:rPr lang="de-DE" sz="1200" dirty="0"/>
              <a:t>Normal </a:t>
            </a:r>
            <a:r>
              <a:rPr lang="de-DE" sz="1200" dirty="0" err="1"/>
              <a:t>distribution</a:t>
            </a:r>
            <a:endParaRPr lang="en-US" sz="120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305E73F-D5EB-D6ED-0C51-0DB56FCD31EF}"/>
              </a:ext>
            </a:extLst>
          </p:cNvPr>
          <p:cNvSpPr txBox="1">
            <a:spLocks/>
          </p:cNvSpPr>
          <p:nvPr/>
        </p:nvSpPr>
        <p:spPr>
          <a:xfrm>
            <a:off x="636916" y="4854346"/>
            <a:ext cx="9149350" cy="8680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>
                <a:solidFill>
                  <a:srgbClr val="EBEBEB"/>
                </a:solidFill>
              </a:rPr>
              <a:t>ESS</a:t>
            </a:r>
            <a:endParaRPr lang="en-US" sz="4800" dirty="0">
              <a:solidFill>
                <a:srgbClr val="EBEB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402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844EE02A-F0F8-4A23-B21D-CF2066B65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9F13062-7BB6-4A97-B661-CDE2EDEAE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44F3197D-248B-46C5-B6EE-003F4E0C6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FC3E649-106F-4B41-9FF5-327536E4C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9F6731C-42C0-45DB-9F9A-B831CBEC5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040549E2-C5A5-4ED5-80AB-070FEBDF5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2C568FB-C64F-4EC8-AB02-075D08F87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0107" y="0"/>
            <a:ext cx="3573504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4F9E501-82FD-4B38-8A53-EE93DC503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550365" y="1295400"/>
            <a:ext cx="3574834" cy="556260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49E22-F377-ABB4-AB20-5FEA2101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0725" y="1447800"/>
            <a:ext cx="2641815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/>
              <a:t>Robustification</a:t>
            </a:r>
          </a:p>
        </p:txBody>
      </p:sp>
      <p:pic>
        <p:nvPicPr>
          <p:cNvPr id="8" name="Picture 7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35353CA1-A065-CA3A-42DB-A5D609535618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rcRect l="1445" r="64" b="42"/>
          <a:stretch/>
        </p:blipFill>
        <p:spPr>
          <a:xfrm>
            <a:off x="2634485" y="266844"/>
            <a:ext cx="3557495" cy="2021841"/>
          </a:xfrm>
          <a:prstGeom prst="rect">
            <a:avLst/>
          </a:prstGeom>
        </p:spPr>
      </p:pic>
      <p:pic>
        <p:nvPicPr>
          <p:cNvPr id="10" name="Picture 9" descr="A diagram of a map&#10;&#10;AI-generated content may be incorrect.">
            <a:extLst>
              <a:ext uri="{FF2B5EF4-FFF2-40B4-BE49-F238E27FC236}">
                <a16:creationId xmlns:a16="http://schemas.microsoft.com/office/drawing/2014/main" id="{454D268E-9951-0769-6BD5-7655AABC26B5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rcRect l="65" t="1" r="4" b="-5498"/>
          <a:stretch/>
        </p:blipFill>
        <p:spPr>
          <a:xfrm>
            <a:off x="2627256" y="2456757"/>
            <a:ext cx="3574834" cy="2122855"/>
          </a:xfrm>
          <a:prstGeom prst="rect">
            <a:avLst/>
          </a:prstGeom>
        </p:spPr>
      </p:pic>
      <p:pic>
        <p:nvPicPr>
          <p:cNvPr id="12" name="Picture 11" descr="A diagram of a map&#10;&#10;AI-generated content may be incorrect.">
            <a:extLst>
              <a:ext uri="{FF2B5EF4-FFF2-40B4-BE49-F238E27FC236}">
                <a16:creationId xmlns:a16="http://schemas.microsoft.com/office/drawing/2014/main" id="{F7D538C3-9C96-EAE1-A70F-8E167E65D082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rcRect r="-3" b="8762"/>
          <a:stretch>
            <a:fillRect/>
          </a:stretch>
        </p:blipFill>
        <p:spPr>
          <a:xfrm>
            <a:off x="2629201" y="4635882"/>
            <a:ext cx="3555937" cy="184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39234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EC013-5C05-F322-A30B-0C3D65AB7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837" y="1454963"/>
            <a:ext cx="3342462" cy="33083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Design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480E21-BB4B-0DBC-835D-DD135FCC3D1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029" r="489" b="26"/>
          <a:stretch/>
        </p:blipFill>
        <p:spPr>
          <a:xfrm>
            <a:off x="1617879" y="4307941"/>
            <a:ext cx="3552937" cy="20832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A9B112-F754-54A1-577E-EE2B3B7B7E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167" y="1074505"/>
            <a:ext cx="4894360" cy="29511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A869B88-5128-CB0E-C527-E2DF0E6F818A}"/>
              </a:ext>
            </a:extLst>
          </p:cNvPr>
          <p:cNvSpPr/>
          <p:nvPr/>
        </p:nvSpPr>
        <p:spPr>
          <a:xfrm>
            <a:off x="1724025" y="1834106"/>
            <a:ext cx="720725" cy="194719"/>
          </a:xfrm>
          <a:prstGeom prst="rect">
            <a:avLst/>
          </a:prstGeom>
          <a:solidFill>
            <a:srgbClr val="FF0000">
              <a:alpha val="14000"/>
            </a:srgbClr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CCBE3A-2920-165C-EDA1-C2B2355BB706}"/>
              </a:ext>
            </a:extLst>
          </p:cNvPr>
          <p:cNvSpPr/>
          <p:nvPr/>
        </p:nvSpPr>
        <p:spPr>
          <a:xfrm>
            <a:off x="2114550" y="2222158"/>
            <a:ext cx="330200" cy="165200"/>
          </a:xfrm>
          <a:prstGeom prst="rect">
            <a:avLst/>
          </a:prstGeom>
          <a:solidFill>
            <a:srgbClr val="FF0000">
              <a:alpha val="14000"/>
            </a:srgbClr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0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EC013-5C05-F322-A30B-0C3D65AB7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837" y="1454963"/>
            <a:ext cx="3342462" cy="33083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Design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8AD86A-71B0-8343-A163-326B68CCF0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637" y="4763343"/>
            <a:ext cx="2873117" cy="16194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C147CD-1767-5EDA-B442-063EEEA6CD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9849" y="4759598"/>
            <a:ext cx="2926968" cy="16232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9654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EC013-5C05-F322-A30B-0C3D65AB7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837" y="1454963"/>
            <a:ext cx="3342462" cy="33083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Design analysis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778661-A1FD-EB24-2E0D-AAB2E08D32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870" y="2329316"/>
            <a:ext cx="6877591" cy="272012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A063462-4253-6FA9-6BEA-95A95F4DA569}"/>
              </a:ext>
            </a:extLst>
          </p:cNvPr>
          <p:cNvSpPr/>
          <p:nvPr/>
        </p:nvSpPr>
        <p:spPr>
          <a:xfrm>
            <a:off x="2650067" y="3234087"/>
            <a:ext cx="999066" cy="177979"/>
          </a:xfrm>
          <a:prstGeom prst="rect">
            <a:avLst/>
          </a:prstGeom>
          <a:solidFill>
            <a:schemeClr val="bg2">
              <a:lumMod val="20000"/>
              <a:lumOff val="80000"/>
              <a:alpha val="38000"/>
            </a:schemeClr>
          </a:solidFill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FDCBE2-333B-920A-B51B-6B0E05C711EF}"/>
              </a:ext>
            </a:extLst>
          </p:cNvPr>
          <p:cNvSpPr/>
          <p:nvPr/>
        </p:nvSpPr>
        <p:spPr>
          <a:xfrm>
            <a:off x="3710293" y="3234086"/>
            <a:ext cx="999066" cy="177979"/>
          </a:xfrm>
          <a:prstGeom prst="rect">
            <a:avLst/>
          </a:prstGeom>
          <a:solidFill>
            <a:schemeClr val="bg2">
              <a:lumMod val="20000"/>
              <a:lumOff val="80000"/>
              <a:alpha val="38000"/>
            </a:schemeClr>
          </a:solidFill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5A4D05-2A75-7C66-FFD0-885BEB6544D0}"/>
              </a:ext>
            </a:extLst>
          </p:cNvPr>
          <p:cNvSpPr/>
          <p:nvPr/>
        </p:nvSpPr>
        <p:spPr>
          <a:xfrm>
            <a:off x="1873250" y="2773906"/>
            <a:ext cx="800100" cy="204243"/>
          </a:xfrm>
          <a:prstGeom prst="rect">
            <a:avLst/>
          </a:prstGeom>
          <a:solidFill>
            <a:srgbClr val="FF0000">
              <a:alpha val="14000"/>
            </a:srgbClr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7D98C9-DC20-0700-87EC-66DCCEE40EA2}"/>
              </a:ext>
            </a:extLst>
          </p:cNvPr>
          <p:cNvSpPr/>
          <p:nvPr/>
        </p:nvSpPr>
        <p:spPr>
          <a:xfrm>
            <a:off x="2262188" y="3213310"/>
            <a:ext cx="326719" cy="177980"/>
          </a:xfrm>
          <a:prstGeom prst="rect">
            <a:avLst/>
          </a:prstGeom>
          <a:solidFill>
            <a:srgbClr val="FF0000">
              <a:alpha val="14000"/>
            </a:srgbClr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041BDD-DC67-C217-E2DC-414CBC6976BB}"/>
              </a:ext>
            </a:extLst>
          </p:cNvPr>
          <p:cNvSpPr/>
          <p:nvPr/>
        </p:nvSpPr>
        <p:spPr>
          <a:xfrm>
            <a:off x="4170027" y="3445936"/>
            <a:ext cx="1409506" cy="177979"/>
          </a:xfrm>
          <a:prstGeom prst="rect">
            <a:avLst/>
          </a:prstGeom>
          <a:solidFill>
            <a:srgbClr val="92D050">
              <a:alpha val="10000"/>
            </a:srgbClr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80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3A0F68-50CE-1A32-04DE-9D485E5A0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23F384-0854-1C73-0106-D8C376D78154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effectLst/>
                <a:latin typeface="+mj-lt"/>
                <a:ea typeface="+mj-ea"/>
                <a:cs typeface="+mj-cs"/>
              </a:rPr>
              <a:t>Weber, S., Li, Y., Iii, J. W. S., </a:t>
            </a:r>
            <a:r>
              <a:rPr lang="en-US" dirty="0" err="1">
                <a:effectLst/>
                <a:latin typeface="+mj-lt"/>
                <a:ea typeface="+mj-ea"/>
                <a:cs typeface="+mj-cs"/>
              </a:rPr>
              <a:t>Kakizume</a:t>
            </a:r>
            <a:r>
              <a:rPr lang="en-US" dirty="0">
                <a:effectLst/>
                <a:latin typeface="+mj-lt"/>
                <a:ea typeface="+mj-ea"/>
                <a:cs typeface="+mj-cs"/>
              </a:rPr>
              <a:t>, T., &amp; </a:t>
            </a:r>
            <a:r>
              <a:rPr lang="en-US" dirty="0" err="1">
                <a:effectLst/>
                <a:latin typeface="+mj-lt"/>
                <a:ea typeface="+mj-ea"/>
                <a:cs typeface="+mj-cs"/>
              </a:rPr>
              <a:t>Schmidli</a:t>
            </a:r>
            <a:r>
              <a:rPr lang="en-US" dirty="0">
                <a:effectLst/>
                <a:latin typeface="+mj-lt"/>
                <a:ea typeface="+mj-ea"/>
                <a:cs typeface="+mj-cs"/>
              </a:rPr>
              <a:t>, H. (2021). Applying meta-analytic-predictive priors with the R Bayesian evidence synthesis tools. Journal of Statistical Software, 100(19). https://doi.org/10.18637/jss.v100.i19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br>
              <a:rPr lang="en-US" dirty="0">
                <a:effectLst/>
                <a:latin typeface="+mj-lt"/>
                <a:ea typeface="+mj-ea"/>
                <a:cs typeface="+mj-cs"/>
              </a:rPr>
            </a:br>
            <a:endParaRPr lang="en-US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47638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8BEC-D9ED-1A57-F5A6-BA9C2F6E7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8DC9E-D34B-A865-BBCD-CBF9AA016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66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Metadata/LabelInfo.xml><?xml version="1.0" encoding="utf-8"?>
<clbl:labelList xmlns:clbl="http://schemas.microsoft.com/office/2020/mipLabelMetadata">
  <clbl:label id="{bfd0b529-4a04-4616-88d2-531082d94bb8}" enabled="1" method="Standard" siteId="{e1f8af86-ee95-4718-bd0d-375b37366c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647</Words>
  <Application>Microsoft Office PowerPoint</Application>
  <PresentationFormat>Widescreen</PresentationFormat>
  <Paragraphs>144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 Light</vt:lpstr>
      <vt:lpstr>Century Gothic</vt:lpstr>
      <vt:lpstr>Open Sans</vt:lpstr>
      <vt:lpstr>Wingdings</vt:lpstr>
      <vt:lpstr>Wingdings 3</vt:lpstr>
      <vt:lpstr>Ion</vt:lpstr>
      <vt:lpstr>RBesT vs Bayesmeta in MAP computation</vt:lpstr>
      <vt:lpstr>Meta-anaylisis</vt:lpstr>
      <vt:lpstr>Meta-anaylisis</vt:lpstr>
      <vt:lpstr>Meta-anaylisis</vt:lpstr>
      <vt:lpstr>RBesT </vt:lpstr>
      <vt:lpstr>RBesT </vt:lpstr>
      <vt:lpstr>RBesT </vt:lpstr>
      <vt:lpstr>RBesT </vt:lpstr>
      <vt:lpstr>Bayesmeta</vt:lpstr>
      <vt:lpstr>Bayesmeta</vt:lpstr>
      <vt:lpstr>Bayesmeta</vt:lpstr>
      <vt:lpstr>Bayesmeta</vt:lpstr>
      <vt:lpstr>Bayesmeta</vt:lpstr>
      <vt:lpstr>Bayesmeta</vt:lpstr>
      <vt:lpstr>Bayesmeta</vt:lpstr>
      <vt:lpstr>Bayesmeta</vt:lpstr>
      <vt:lpstr>Bayesmeta</vt:lpstr>
      <vt:lpstr>Posterior predictive density</vt:lpstr>
      <vt:lpstr>Metrics</vt:lpstr>
      <vt:lpstr>Quantiles</vt:lpstr>
      <vt:lpstr>ESS: Moments</vt:lpstr>
      <vt:lpstr>ESS: Moments</vt:lpstr>
      <vt:lpstr>ESS: Morita</vt:lpstr>
      <vt:lpstr>ESS: ELIR</vt:lpstr>
      <vt:lpstr>ESS: Binomial likelihood</vt:lpstr>
      <vt:lpstr>ESS: Normal  likelihood</vt:lpstr>
      <vt:lpstr>PowerPoint Presentation</vt:lpstr>
      <vt:lpstr>Robustification</vt:lpstr>
      <vt:lpstr>Design analysis</vt:lpstr>
      <vt:lpstr>Design analysis</vt:lpstr>
      <vt:lpstr>Design analysis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Gramage_Casado,Martin (MED BDS) BIP-DE-B</dc:creator>
  <cp:lastModifiedBy>Gramage_Casado,Martin (MED BDS) BIP-DE-B</cp:lastModifiedBy>
  <cp:revision>1</cp:revision>
  <dcterms:created xsi:type="dcterms:W3CDTF">2025-08-25T16:38:33Z</dcterms:created>
  <dcterms:modified xsi:type="dcterms:W3CDTF">2025-09-12T16:58:01Z</dcterms:modified>
</cp:coreProperties>
</file>